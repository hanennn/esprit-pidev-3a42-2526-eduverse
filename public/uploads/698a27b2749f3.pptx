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45"/>
  </p:notesMasterIdLst>
  <p:sldIdLst>
    <p:sldId id="256" r:id="rId2"/>
    <p:sldId id="266" r:id="rId3"/>
    <p:sldId id="267" r:id="rId4"/>
    <p:sldId id="327" r:id="rId5"/>
    <p:sldId id="269" r:id="rId6"/>
    <p:sldId id="331" r:id="rId7"/>
    <p:sldId id="332" r:id="rId8"/>
    <p:sldId id="333" r:id="rId9"/>
    <p:sldId id="334" r:id="rId10"/>
    <p:sldId id="335" r:id="rId11"/>
    <p:sldId id="336" r:id="rId12"/>
    <p:sldId id="367" r:id="rId13"/>
    <p:sldId id="338" r:id="rId14"/>
    <p:sldId id="339" r:id="rId15"/>
    <p:sldId id="340" r:id="rId16"/>
    <p:sldId id="341" r:id="rId17"/>
    <p:sldId id="342" r:id="rId18"/>
    <p:sldId id="343" r:id="rId19"/>
    <p:sldId id="358" r:id="rId20"/>
    <p:sldId id="359" r:id="rId21"/>
    <p:sldId id="344" r:id="rId22"/>
    <p:sldId id="345" r:id="rId23"/>
    <p:sldId id="346" r:id="rId24"/>
    <p:sldId id="347" r:id="rId25"/>
    <p:sldId id="348" r:id="rId26"/>
    <p:sldId id="349" r:id="rId27"/>
    <p:sldId id="350" r:id="rId28"/>
    <p:sldId id="351" r:id="rId29"/>
    <p:sldId id="352" r:id="rId30"/>
    <p:sldId id="368" r:id="rId31"/>
    <p:sldId id="353" r:id="rId32"/>
    <p:sldId id="354" r:id="rId33"/>
    <p:sldId id="355" r:id="rId34"/>
    <p:sldId id="356" r:id="rId35"/>
    <p:sldId id="357" r:id="rId36"/>
    <p:sldId id="360" r:id="rId37"/>
    <p:sldId id="362" r:id="rId38"/>
    <p:sldId id="361" r:id="rId39"/>
    <p:sldId id="363" r:id="rId40"/>
    <p:sldId id="364" r:id="rId41"/>
    <p:sldId id="366" r:id="rId42"/>
    <p:sldId id="365" r:id="rId43"/>
    <p:sldId id="257" r:id="rId4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99"/>
    <a:srgbClr val="66FFFF"/>
    <a:srgbClr val="FF66CC"/>
    <a:srgbClr val="660066"/>
    <a:srgbClr val="E1FEFF"/>
    <a:srgbClr val="F5F5F5"/>
    <a:srgbClr val="006600"/>
    <a:srgbClr val="EBF6FF"/>
    <a:srgbClr val="EDEF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63" autoAdjust="0"/>
    <p:restoredTop sz="92157" autoAdjust="0"/>
  </p:normalViewPr>
  <p:slideViewPr>
    <p:cSldViewPr snapToGrid="0">
      <p:cViewPr varScale="1">
        <p:scale>
          <a:sx n="64" d="100"/>
          <a:sy n="64" d="100"/>
        </p:scale>
        <p:origin x="100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1A04CD-922B-468F-8AEC-1A0FF8BE8022}" type="datetimeFigureOut">
              <a:rPr lang="fr-FR" smtClean="0"/>
              <a:pPr/>
              <a:t>16/11/2025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A2F54B-1E25-4136-BC84-6EE2DA231763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55297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897102-EEF7-4D7E-B736-CFEED8F9944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52254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oogle Shape;149;p1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5" name="Google Shape;150;p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tile tx="0" ty="0" sx="100000" sy="100000" flip="none" algn="tl"/>
            </a:blip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6" name="Google Shape;151;p1" descr="image2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" name="Google Shape;10;p10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body" idx="1"/>
          </p:nvPr>
        </p:nvSpPr>
        <p:spPr>
          <a:xfrm>
            <a:off x="1524000" y="3602037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/>
            </a:lvl1pPr>
            <a:lvl2pPr marL="914400" lvl="1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/>
            </a:lvl2pPr>
            <a:lvl3pPr marL="1371600" lvl="2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/>
            </a:lvl3pPr>
            <a:lvl4pPr marL="1828800" lvl="3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/>
            </a:lvl4pPr>
            <a:lvl5pPr marL="2286000" lvl="4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sldNum" idx="12"/>
          </p:nvPr>
        </p:nvSpPr>
        <p:spPr>
          <a:xfrm>
            <a:off x="11089821" y="6404293"/>
            <a:ext cx="264000" cy="2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  <p:pic>
        <p:nvPicPr>
          <p:cNvPr id="5" name="Google Shape;152;p1" descr="Picture 3"/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9017623" y="5816950"/>
            <a:ext cx="1162077" cy="82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53;p1" descr="Picture 3"/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 flipH="1">
            <a:off x="8190279" y="0"/>
            <a:ext cx="3978841" cy="2344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54;p1" descr="Image 11"/>
          <p:cNvPicPr preferRelativeResize="0"/>
          <p:nvPr userDrawn="1"/>
        </p:nvPicPr>
        <p:blipFill rotWithShape="1">
          <a:blip r:embed="rId6">
            <a:alphaModFix/>
          </a:blip>
          <a:srcRect/>
          <a:stretch/>
        </p:blipFill>
        <p:spPr>
          <a:xfrm>
            <a:off x="2368975" y="5820381"/>
            <a:ext cx="1706906" cy="769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56;p1" descr="C:\Users\faten\Desktop\CA-19\EURACE.png"/>
          <p:cNvPicPr preferRelativeResize="0"/>
          <p:nvPr userDrawn="1"/>
        </p:nvPicPr>
        <p:blipFill rotWithShape="1">
          <a:blip r:embed="rId7">
            <a:alphaModFix/>
          </a:blip>
          <a:srcRect/>
          <a:stretch/>
        </p:blipFill>
        <p:spPr>
          <a:xfrm>
            <a:off x="4481743" y="6055277"/>
            <a:ext cx="2399199" cy="478396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57;p1" descr="C:\Users\faten\Desktop\CA-19\CGE.png"/>
          <p:cNvPicPr preferRelativeResize="0"/>
          <p:nvPr userDrawn="1"/>
        </p:nvPicPr>
        <p:blipFill rotWithShape="1">
          <a:blip r:embed="rId8">
            <a:alphaModFix/>
          </a:blip>
          <a:srcRect/>
          <a:stretch/>
        </p:blipFill>
        <p:spPr>
          <a:xfrm>
            <a:off x="7138452" y="5952471"/>
            <a:ext cx="1518118" cy="512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59;p1"/>
          <p:cNvPicPr preferRelativeResize="0"/>
          <p:nvPr userDrawn="1"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71625" y="220762"/>
            <a:ext cx="4204723" cy="1902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58134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 type="obj" preserve="1">
  <p:cSld name="Titre et contenu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 dirty="0"/>
          </a:p>
        </p:txBody>
      </p:sp>
      <p:sp>
        <p:nvSpPr>
          <p:cNvPr id="15" name="Google Shape;15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Wingdings" panose="05000000000000000000" pitchFamily="2" charset="2"/>
              <a:buChar char="§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6" name="Google Shape;16;p1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12"/>
          <p:cNvSpPr txBox="1">
            <a:spLocks noGrp="1"/>
          </p:cNvSpPr>
          <p:nvPr>
            <p:ph type="sldNum" idx="12"/>
          </p:nvPr>
        </p:nvSpPr>
        <p:spPr>
          <a:xfrm>
            <a:off x="11003388" y="6246498"/>
            <a:ext cx="3504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6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16770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ents slide layout" preserve="1">
  <p:cSld name="1_Contents slide layou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b815910f77_0_3307"/>
          <p:cNvSpPr txBox="1">
            <a:spLocks noGrp="1"/>
          </p:cNvSpPr>
          <p:nvPr>
            <p:ph type="body" idx="1"/>
          </p:nvPr>
        </p:nvSpPr>
        <p:spPr>
          <a:xfrm>
            <a:off x="323530" y="339511"/>
            <a:ext cx="11573100" cy="7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rgbClr val="262626"/>
              </a:buClr>
              <a:buSzPts val="5400"/>
              <a:buNone/>
              <a:defRPr sz="5400" b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41876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ogan" preserve="1">
  <p:cSld name="Slogan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e35c07f9d5_0_5190"/>
          <p:cNvSpPr/>
          <p:nvPr/>
        </p:nvSpPr>
        <p:spPr>
          <a:xfrm>
            <a:off x="0" y="2878390"/>
            <a:ext cx="12192000" cy="1686600"/>
          </a:xfrm>
          <a:prstGeom prst="rect">
            <a:avLst/>
          </a:prstGeom>
          <a:gradFill>
            <a:gsLst>
              <a:gs pos="0">
                <a:schemeClr val="dk2"/>
              </a:gs>
              <a:gs pos="31000">
                <a:srgbClr val="FFFFFF">
                  <a:alpha val="52156"/>
                </a:srgbClr>
              </a:gs>
              <a:gs pos="67000">
                <a:srgbClr val="FFFFFF">
                  <a:alpha val="392"/>
                </a:srgbClr>
              </a:gs>
              <a:gs pos="88000">
                <a:srgbClr val="FFFFFF">
                  <a:alpha val="46274"/>
                </a:srgbClr>
              </a:gs>
              <a:gs pos="100000">
                <a:schemeClr val="dk2"/>
              </a:gs>
            </a:gsLst>
            <a:lin ang="2700006" scaled="0"/>
          </a:gra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ge35c07f9d5_0_5190"/>
          <p:cNvSpPr txBox="1">
            <a:spLocks noGrp="1"/>
          </p:cNvSpPr>
          <p:nvPr>
            <p:ph type="title"/>
          </p:nvPr>
        </p:nvSpPr>
        <p:spPr>
          <a:xfrm>
            <a:off x="807504" y="278650"/>
            <a:ext cx="10576800" cy="102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5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9pPr>
          </a:lstStyle>
          <a:p>
            <a:endParaRPr/>
          </a:p>
        </p:txBody>
      </p:sp>
      <p:sp>
        <p:nvSpPr>
          <p:cNvPr id="24" name="Google Shape;24;ge35c07f9d5_0_5190"/>
          <p:cNvSpPr txBox="1">
            <a:spLocks noGrp="1"/>
          </p:cNvSpPr>
          <p:nvPr>
            <p:ph type="ftr" idx="11"/>
          </p:nvPr>
        </p:nvSpPr>
        <p:spPr>
          <a:xfrm>
            <a:off x="3335456" y="6495947"/>
            <a:ext cx="5521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ge35c07f9d5_0_5190"/>
          <p:cNvSpPr txBox="1">
            <a:spLocks noGrp="1"/>
          </p:cNvSpPr>
          <p:nvPr>
            <p:ph type="sldNum" idx="12"/>
          </p:nvPr>
        </p:nvSpPr>
        <p:spPr>
          <a:xfrm>
            <a:off x="9271574" y="6446521"/>
            <a:ext cx="2844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  <p:sp>
        <p:nvSpPr>
          <p:cNvPr id="26" name="Google Shape;26;ge35c07f9d5_0_5190"/>
          <p:cNvSpPr txBox="1">
            <a:spLocks noGrp="1"/>
          </p:cNvSpPr>
          <p:nvPr>
            <p:ph type="body" idx="1"/>
          </p:nvPr>
        </p:nvSpPr>
        <p:spPr>
          <a:xfrm>
            <a:off x="825042" y="1202267"/>
            <a:ext cx="10542000" cy="4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457200" marR="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100" b="0" i="1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" name="Google Shape;27;ge35c07f9d5_0_5190"/>
          <p:cNvSpPr txBox="1">
            <a:spLocks noGrp="1"/>
          </p:cNvSpPr>
          <p:nvPr>
            <p:ph type="body" idx="2"/>
          </p:nvPr>
        </p:nvSpPr>
        <p:spPr>
          <a:xfrm>
            <a:off x="1130277" y="3034611"/>
            <a:ext cx="9931500" cy="137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457200" marR="0" lvl="0" indent="-228600" algn="ctr">
              <a:lnSpc>
                <a:spcPct val="10606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44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87396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5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0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5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00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450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0"/>
                            </p:stCondLst>
                            <p:childTnLst>
                              <p:par>
                                <p:cTn id="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Break 7" preserve="1">
  <p:cSld name="Section Break 7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e35c07f9d5_0_100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" name="Google Shape;30;ge35c07f9d5_0_100"/>
          <p:cNvSpPr>
            <a:spLocks noGrp="1"/>
          </p:cNvSpPr>
          <p:nvPr>
            <p:ph type="body" idx="1"/>
          </p:nvPr>
        </p:nvSpPr>
        <p:spPr>
          <a:xfrm>
            <a:off x="600418" y="1184939"/>
            <a:ext cx="5034300" cy="5033400"/>
          </a:xfrm>
          <a:prstGeom prst="ellipse">
            <a:avLst/>
          </a:prstGeom>
          <a:gradFill>
            <a:gsLst>
              <a:gs pos="0">
                <a:schemeClr val="dk2"/>
              </a:gs>
              <a:gs pos="31000">
                <a:srgbClr val="FFFFFF">
                  <a:alpha val="68235"/>
                </a:srgbClr>
              </a:gs>
              <a:gs pos="67000">
                <a:srgbClr val="FFFFFF">
                  <a:alpha val="392"/>
                </a:srgbClr>
              </a:gs>
              <a:gs pos="88000">
                <a:srgbClr val="FFFFFF">
                  <a:alpha val="46274"/>
                </a:srgbClr>
              </a:gs>
              <a:gs pos="100000">
                <a:schemeClr val="dk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" name="Google Shape;31;ge35c07f9d5_0_100"/>
          <p:cNvSpPr>
            <a:spLocks noGrp="1"/>
          </p:cNvSpPr>
          <p:nvPr>
            <p:ph type="body" idx="3"/>
          </p:nvPr>
        </p:nvSpPr>
        <p:spPr>
          <a:xfrm>
            <a:off x="1209632" y="1794050"/>
            <a:ext cx="3815700" cy="3815100"/>
          </a:xfrm>
          <a:prstGeom prst="ellipse">
            <a:avLst/>
          </a:prstGeom>
          <a:gradFill>
            <a:gsLst>
              <a:gs pos="0">
                <a:schemeClr val="dk2"/>
              </a:gs>
              <a:gs pos="31000">
                <a:srgbClr val="FFFFFF">
                  <a:alpha val="76078"/>
                </a:srgbClr>
              </a:gs>
              <a:gs pos="67000">
                <a:srgbClr val="FFFFFF">
                  <a:alpha val="15294"/>
                </a:srgbClr>
              </a:gs>
              <a:gs pos="88000">
                <a:srgbClr val="FFFFFF">
                  <a:alpha val="46274"/>
                </a:srgbClr>
              </a:gs>
              <a:gs pos="100000">
                <a:schemeClr val="dk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" name="Google Shape;32;ge35c07f9d5_0_100"/>
          <p:cNvSpPr txBox="1">
            <a:spLocks noGrp="1"/>
          </p:cNvSpPr>
          <p:nvPr>
            <p:ph type="title"/>
          </p:nvPr>
        </p:nvSpPr>
        <p:spPr>
          <a:xfrm>
            <a:off x="1233163" y="2768926"/>
            <a:ext cx="3768600" cy="11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9pPr>
          </a:lstStyle>
          <a:p>
            <a:endParaRPr/>
          </a:p>
        </p:txBody>
      </p:sp>
      <p:sp>
        <p:nvSpPr>
          <p:cNvPr id="33" name="Google Shape;33;ge35c07f9d5_0_100"/>
          <p:cNvSpPr txBox="1">
            <a:spLocks noGrp="1"/>
          </p:cNvSpPr>
          <p:nvPr>
            <p:ph type="body" idx="4"/>
          </p:nvPr>
        </p:nvSpPr>
        <p:spPr>
          <a:xfrm>
            <a:off x="1237782" y="3759990"/>
            <a:ext cx="3759600" cy="5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marR="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100" b="0" i="1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16879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3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50"/>
                                        <p:tgtEl>
                                          <p:spTgt spid="3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3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3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50"/>
                                        <p:tgtEl>
                                          <p:spTgt spid="3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50"/>
                                        <p:tgtEl>
                                          <p:spTgt spid="3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50"/>
                                        <p:tgtEl>
                                          <p:spTgt spid="3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50"/>
                                        <p:tgtEl>
                                          <p:spTgt spid="3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75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75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Column" preserve="1">
  <p:cSld name="1 Column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e35c07f9d5_0_3468"/>
          <p:cNvSpPr txBox="1">
            <a:spLocks noGrp="1"/>
          </p:cNvSpPr>
          <p:nvPr>
            <p:ph type="title"/>
          </p:nvPr>
        </p:nvSpPr>
        <p:spPr>
          <a:xfrm>
            <a:off x="807504" y="278650"/>
            <a:ext cx="10576800" cy="102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5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9pPr>
          </a:lstStyle>
          <a:p>
            <a:endParaRPr/>
          </a:p>
        </p:txBody>
      </p:sp>
      <p:sp>
        <p:nvSpPr>
          <p:cNvPr id="36" name="Google Shape;36;ge35c07f9d5_0_3468"/>
          <p:cNvSpPr txBox="1">
            <a:spLocks noGrp="1"/>
          </p:cNvSpPr>
          <p:nvPr>
            <p:ph type="ftr" idx="11"/>
          </p:nvPr>
        </p:nvSpPr>
        <p:spPr>
          <a:xfrm>
            <a:off x="3335456" y="6495947"/>
            <a:ext cx="5521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" name="Google Shape;37;ge35c07f9d5_0_3468"/>
          <p:cNvSpPr txBox="1">
            <a:spLocks noGrp="1"/>
          </p:cNvSpPr>
          <p:nvPr>
            <p:ph type="sldNum" idx="12"/>
          </p:nvPr>
        </p:nvSpPr>
        <p:spPr>
          <a:xfrm>
            <a:off x="9271574" y="6446521"/>
            <a:ext cx="2844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  <p:sp>
        <p:nvSpPr>
          <p:cNvPr id="38" name="Google Shape;38;ge35c07f9d5_0_3468"/>
          <p:cNvSpPr txBox="1">
            <a:spLocks noGrp="1"/>
          </p:cNvSpPr>
          <p:nvPr>
            <p:ph type="body" idx="1"/>
          </p:nvPr>
        </p:nvSpPr>
        <p:spPr>
          <a:xfrm>
            <a:off x="825042" y="1202267"/>
            <a:ext cx="10542000" cy="4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457200" marR="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100" b="0" i="1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" name="Google Shape;39;ge35c07f9d5_0_3468"/>
          <p:cNvSpPr txBox="1">
            <a:spLocks noGrp="1"/>
          </p:cNvSpPr>
          <p:nvPr>
            <p:ph type="body" idx="2"/>
          </p:nvPr>
        </p:nvSpPr>
        <p:spPr>
          <a:xfrm>
            <a:off x="825042" y="2802467"/>
            <a:ext cx="10542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marR="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32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" name="Google Shape;40;ge35c07f9d5_0_3468"/>
          <p:cNvSpPr txBox="1">
            <a:spLocks noGrp="1"/>
          </p:cNvSpPr>
          <p:nvPr>
            <p:ph type="body" idx="3"/>
          </p:nvPr>
        </p:nvSpPr>
        <p:spPr>
          <a:xfrm>
            <a:off x="821339" y="3344333"/>
            <a:ext cx="10542000" cy="184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marR="0" lvl="0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41" name="Google Shape;41;ge35c07f9d5_0_346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354406" y="2539696"/>
            <a:ext cx="5417400" cy="3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ge35c07f9d5_0_346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684882" y="3171751"/>
            <a:ext cx="5417400" cy="396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31501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5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0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5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00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450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0"/>
                            </p:stCondLst>
                            <p:childTnLst>
                              <p:par>
                                <p:cTn id="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6000"/>
                            </p:stCondLst>
                            <p:childTnLst>
                              <p:par>
                                <p:cTn id="7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7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s" preserve="1">
  <p:cSld name="Contents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e35c07f9d5_0_4432"/>
          <p:cNvSpPr/>
          <p:nvPr/>
        </p:nvSpPr>
        <p:spPr>
          <a:xfrm>
            <a:off x="0" y="1236133"/>
            <a:ext cx="6546300" cy="321900"/>
          </a:xfrm>
          <a:prstGeom prst="rect">
            <a:avLst/>
          </a:prstGeom>
          <a:gradFill>
            <a:gsLst>
              <a:gs pos="0">
                <a:srgbClr val="FFFFFF">
                  <a:alpha val="68235"/>
                </a:srgbClr>
              </a:gs>
              <a:gs pos="29000">
                <a:srgbClr val="FFFFFF">
                  <a:alpha val="40392"/>
                </a:srgbClr>
              </a:gs>
              <a:gs pos="62000">
                <a:srgbClr val="FFFFFF">
                  <a:alpha val="392"/>
                </a:srgbClr>
              </a:gs>
              <a:gs pos="100000">
                <a:srgbClr val="FFFFFF">
                  <a:alpha val="24313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ge35c07f9d5_0_4432"/>
          <p:cNvSpPr/>
          <p:nvPr/>
        </p:nvSpPr>
        <p:spPr>
          <a:xfrm>
            <a:off x="7491019" y="0"/>
            <a:ext cx="4701000" cy="6858000"/>
          </a:xfrm>
          <a:prstGeom prst="rect">
            <a:avLst/>
          </a:prstGeom>
          <a:solidFill>
            <a:schemeClr val="dk1">
              <a:alpha val="20000"/>
            </a:schemeClr>
          </a:soli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ge35c07f9d5_0_4432"/>
          <p:cNvSpPr txBox="1">
            <a:spLocks noGrp="1"/>
          </p:cNvSpPr>
          <p:nvPr>
            <p:ph type="ftr" idx="11"/>
          </p:nvPr>
        </p:nvSpPr>
        <p:spPr>
          <a:xfrm>
            <a:off x="3335456" y="6495947"/>
            <a:ext cx="5521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Google Shape;47;ge35c07f9d5_0_4432"/>
          <p:cNvSpPr txBox="1">
            <a:spLocks noGrp="1"/>
          </p:cNvSpPr>
          <p:nvPr>
            <p:ph type="sldNum" idx="12"/>
          </p:nvPr>
        </p:nvSpPr>
        <p:spPr>
          <a:xfrm>
            <a:off x="9271574" y="6446521"/>
            <a:ext cx="2844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  <p:sp>
        <p:nvSpPr>
          <p:cNvPr id="48" name="Google Shape;48;ge35c07f9d5_0_4432"/>
          <p:cNvSpPr/>
          <p:nvPr/>
        </p:nvSpPr>
        <p:spPr>
          <a:xfrm>
            <a:off x="521004" y="1681150"/>
            <a:ext cx="6025200" cy="4472700"/>
          </a:xfrm>
          <a:prstGeom prst="round2DiagRect">
            <a:avLst>
              <a:gd name="adj1" fmla="val 2886"/>
              <a:gd name="adj2" fmla="val 0"/>
            </a:avLst>
          </a:prstGeom>
          <a:solidFill>
            <a:schemeClr val="dk1">
              <a:alpha val="20000"/>
            </a:schemeClr>
          </a:soli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ge35c07f9d5_0_4432"/>
          <p:cNvSpPr>
            <a:spLocks noGrp="1"/>
          </p:cNvSpPr>
          <p:nvPr>
            <p:ph type="pic" idx="2"/>
          </p:nvPr>
        </p:nvSpPr>
        <p:spPr>
          <a:xfrm>
            <a:off x="641450" y="1805473"/>
            <a:ext cx="5784000" cy="4224000"/>
          </a:xfrm>
          <a:prstGeom prst="round2DiagRect">
            <a:avLst>
              <a:gd name="adj1" fmla="val 1663"/>
              <a:gd name="adj2" fmla="val 0"/>
            </a:avLst>
          </a:prstGeom>
          <a:solidFill>
            <a:schemeClr val="dk1">
              <a:alpha val="28627"/>
            </a:schemeClr>
          </a:solidFill>
          <a:ln>
            <a:noFill/>
          </a:ln>
        </p:spPr>
        <p:txBody>
          <a:bodyPr spcFirstLastPara="1" wrap="square" lIns="60950" tIns="60950" rIns="60950" bIns="6095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" name="Google Shape;50;ge35c07f9d5_0_4432"/>
          <p:cNvSpPr/>
          <p:nvPr/>
        </p:nvSpPr>
        <p:spPr>
          <a:xfrm>
            <a:off x="7070728" y="625691"/>
            <a:ext cx="840000" cy="840600"/>
          </a:xfrm>
          <a:prstGeom prst="ellipse">
            <a:avLst/>
          </a:prstGeom>
          <a:gradFill>
            <a:gsLst>
              <a:gs pos="0">
                <a:schemeClr val="dk2"/>
              </a:gs>
              <a:gs pos="21000">
                <a:srgbClr val="FFFFFF"/>
              </a:gs>
              <a:gs pos="67000">
                <a:srgbClr val="FFFFFF">
                  <a:alpha val="16078"/>
                </a:srgbClr>
              </a:gs>
              <a:gs pos="88000">
                <a:srgbClr val="FFFFFF">
                  <a:alpha val="40000"/>
                </a:srgbClr>
              </a:gs>
              <a:gs pos="100000">
                <a:schemeClr val="dk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ge35c07f9d5_0_4432"/>
          <p:cNvSpPr>
            <a:spLocks noGrp="1"/>
          </p:cNvSpPr>
          <p:nvPr>
            <p:ph type="pic" idx="3"/>
          </p:nvPr>
        </p:nvSpPr>
        <p:spPr>
          <a:xfrm>
            <a:off x="7306181" y="860707"/>
            <a:ext cx="369600" cy="3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ge35c07f9d5_0_4432"/>
          <p:cNvSpPr txBox="1">
            <a:spLocks noGrp="1"/>
          </p:cNvSpPr>
          <p:nvPr>
            <p:ph type="body" idx="1"/>
          </p:nvPr>
        </p:nvSpPr>
        <p:spPr>
          <a:xfrm>
            <a:off x="7987832" y="608686"/>
            <a:ext cx="37395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27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ge35c07f9d5_0_4432"/>
          <p:cNvSpPr txBox="1">
            <a:spLocks noGrp="1"/>
          </p:cNvSpPr>
          <p:nvPr>
            <p:ph type="body" idx="4"/>
          </p:nvPr>
        </p:nvSpPr>
        <p:spPr>
          <a:xfrm>
            <a:off x="7980696" y="1071735"/>
            <a:ext cx="3775800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1600" b="0" i="1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ge35c07f9d5_0_4432"/>
          <p:cNvSpPr/>
          <p:nvPr/>
        </p:nvSpPr>
        <p:spPr>
          <a:xfrm>
            <a:off x="7070728" y="1797590"/>
            <a:ext cx="840000" cy="840600"/>
          </a:xfrm>
          <a:prstGeom prst="ellipse">
            <a:avLst/>
          </a:prstGeom>
          <a:gradFill>
            <a:gsLst>
              <a:gs pos="0">
                <a:schemeClr val="dk2"/>
              </a:gs>
              <a:gs pos="21000">
                <a:srgbClr val="FFFFFF"/>
              </a:gs>
              <a:gs pos="67000">
                <a:srgbClr val="FFFFFF">
                  <a:alpha val="16078"/>
                </a:srgbClr>
              </a:gs>
              <a:gs pos="88000">
                <a:srgbClr val="FFFFFF">
                  <a:alpha val="40000"/>
                </a:srgbClr>
              </a:gs>
              <a:gs pos="100000">
                <a:schemeClr val="dk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ge35c07f9d5_0_4432"/>
          <p:cNvSpPr>
            <a:spLocks noGrp="1"/>
          </p:cNvSpPr>
          <p:nvPr>
            <p:ph type="pic" idx="5"/>
          </p:nvPr>
        </p:nvSpPr>
        <p:spPr>
          <a:xfrm>
            <a:off x="7306181" y="2032606"/>
            <a:ext cx="369600" cy="3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" name="Google Shape;56;ge35c07f9d5_0_4432"/>
          <p:cNvSpPr txBox="1">
            <a:spLocks noGrp="1"/>
          </p:cNvSpPr>
          <p:nvPr>
            <p:ph type="body" idx="6"/>
          </p:nvPr>
        </p:nvSpPr>
        <p:spPr>
          <a:xfrm>
            <a:off x="7987832" y="1780587"/>
            <a:ext cx="37395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27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" name="Google Shape;57;ge35c07f9d5_0_4432"/>
          <p:cNvSpPr txBox="1">
            <a:spLocks noGrp="1"/>
          </p:cNvSpPr>
          <p:nvPr>
            <p:ph type="body" idx="7"/>
          </p:nvPr>
        </p:nvSpPr>
        <p:spPr>
          <a:xfrm>
            <a:off x="7980696" y="2243635"/>
            <a:ext cx="3775800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1600" b="0" i="1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" name="Google Shape;58;ge35c07f9d5_0_4432"/>
          <p:cNvSpPr/>
          <p:nvPr/>
        </p:nvSpPr>
        <p:spPr>
          <a:xfrm>
            <a:off x="7070728" y="2969491"/>
            <a:ext cx="840000" cy="840600"/>
          </a:xfrm>
          <a:prstGeom prst="ellipse">
            <a:avLst/>
          </a:prstGeom>
          <a:gradFill>
            <a:gsLst>
              <a:gs pos="0">
                <a:schemeClr val="dk2"/>
              </a:gs>
              <a:gs pos="21000">
                <a:srgbClr val="FFFFFF"/>
              </a:gs>
              <a:gs pos="67000">
                <a:srgbClr val="FFFFFF">
                  <a:alpha val="16078"/>
                </a:srgbClr>
              </a:gs>
              <a:gs pos="88000">
                <a:srgbClr val="FFFFFF">
                  <a:alpha val="40000"/>
                </a:srgbClr>
              </a:gs>
              <a:gs pos="100000">
                <a:schemeClr val="dk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ge35c07f9d5_0_4432"/>
          <p:cNvSpPr>
            <a:spLocks noGrp="1"/>
          </p:cNvSpPr>
          <p:nvPr>
            <p:ph type="pic" idx="8"/>
          </p:nvPr>
        </p:nvSpPr>
        <p:spPr>
          <a:xfrm>
            <a:off x="7306181" y="3204507"/>
            <a:ext cx="369600" cy="3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Google Shape;60;ge35c07f9d5_0_4432"/>
          <p:cNvSpPr txBox="1">
            <a:spLocks noGrp="1"/>
          </p:cNvSpPr>
          <p:nvPr>
            <p:ph type="body" idx="9"/>
          </p:nvPr>
        </p:nvSpPr>
        <p:spPr>
          <a:xfrm>
            <a:off x="7987832" y="2952487"/>
            <a:ext cx="37395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27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" name="Google Shape;61;ge35c07f9d5_0_4432"/>
          <p:cNvSpPr txBox="1">
            <a:spLocks noGrp="1"/>
          </p:cNvSpPr>
          <p:nvPr>
            <p:ph type="body" idx="13"/>
          </p:nvPr>
        </p:nvSpPr>
        <p:spPr>
          <a:xfrm>
            <a:off x="7980696" y="3415535"/>
            <a:ext cx="3775800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1600" b="0" i="1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2" name="Google Shape;62;ge35c07f9d5_0_4432"/>
          <p:cNvSpPr/>
          <p:nvPr/>
        </p:nvSpPr>
        <p:spPr>
          <a:xfrm>
            <a:off x="7070728" y="4141391"/>
            <a:ext cx="840000" cy="840600"/>
          </a:xfrm>
          <a:prstGeom prst="ellipse">
            <a:avLst/>
          </a:prstGeom>
          <a:gradFill>
            <a:gsLst>
              <a:gs pos="0">
                <a:schemeClr val="dk2"/>
              </a:gs>
              <a:gs pos="21000">
                <a:srgbClr val="FFFFFF"/>
              </a:gs>
              <a:gs pos="67000">
                <a:srgbClr val="FFFFFF">
                  <a:alpha val="16078"/>
                </a:srgbClr>
              </a:gs>
              <a:gs pos="88000">
                <a:srgbClr val="FFFFFF">
                  <a:alpha val="40000"/>
                </a:srgbClr>
              </a:gs>
              <a:gs pos="100000">
                <a:schemeClr val="dk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ge35c07f9d5_0_4432"/>
          <p:cNvSpPr>
            <a:spLocks noGrp="1"/>
          </p:cNvSpPr>
          <p:nvPr>
            <p:ph type="pic" idx="14"/>
          </p:nvPr>
        </p:nvSpPr>
        <p:spPr>
          <a:xfrm>
            <a:off x="7306181" y="4376407"/>
            <a:ext cx="369600" cy="3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" name="Google Shape;64;ge35c07f9d5_0_4432"/>
          <p:cNvSpPr txBox="1">
            <a:spLocks noGrp="1"/>
          </p:cNvSpPr>
          <p:nvPr>
            <p:ph type="body" idx="15"/>
          </p:nvPr>
        </p:nvSpPr>
        <p:spPr>
          <a:xfrm>
            <a:off x="7987832" y="4124387"/>
            <a:ext cx="37395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27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5" name="Google Shape;65;ge35c07f9d5_0_4432"/>
          <p:cNvSpPr txBox="1">
            <a:spLocks noGrp="1"/>
          </p:cNvSpPr>
          <p:nvPr>
            <p:ph type="body" idx="16"/>
          </p:nvPr>
        </p:nvSpPr>
        <p:spPr>
          <a:xfrm>
            <a:off x="7980696" y="4587435"/>
            <a:ext cx="3775800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1600" b="0" i="1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6" name="Google Shape;66;ge35c07f9d5_0_4432"/>
          <p:cNvSpPr/>
          <p:nvPr/>
        </p:nvSpPr>
        <p:spPr>
          <a:xfrm>
            <a:off x="7070728" y="5313290"/>
            <a:ext cx="840000" cy="840600"/>
          </a:xfrm>
          <a:prstGeom prst="ellipse">
            <a:avLst/>
          </a:prstGeom>
          <a:gradFill>
            <a:gsLst>
              <a:gs pos="0">
                <a:schemeClr val="dk2"/>
              </a:gs>
              <a:gs pos="21000">
                <a:srgbClr val="FFFFFF"/>
              </a:gs>
              <a:gs pos="67000">
                <a:srgbClr val="FFFFFF">
                  <a:alpha val="16078"/>
                </a:srgbClr>
              </a:gs>
              <a:gs pos="88000">
                <a:srgbClr val="FFFFFF">
                  <a:alpha val="40000"/>
                </a:srgbClr>
              </a:gs>
              <a:gs pos="100000">
                <a:schemeClr val="dk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ge35c07f9d5_0_4432"/>
          <p:cNvSpPr>
            <a:spLocks noGrp="1"/>
          </p:cNvSpPr>
          <p:nvPr>
            <p:ph type="pic" idx="17"/>
          </p:nvPr>
        </p:nvSpPr>
        <p:spPr>
          <a:xfrm>
            <a:off x="7306181" y="5548306"/>
            <a:ext cx="369600" cy="3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8" name="Google Shape;68;ge35c07f9d5_0_4432"/>
          <p:cNvSpPr txBox="1">
            <a:spLocks noGrp="1"/>
          </p:cNvSpPr>
          <p:nvPr>
            <p:ph type="body" idx="18"/>
          </p:nvPr>
        </p:nvSpPr>
        <p:spPr>
          <a:xfrm>
            <a:off x="7987832" y="5296285"/>
            <a:ext cx="37395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27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" name="Google Shape;69;ge35c07f9d5_0_4432"/>
          <p:cNvSpPr txBox="1">
            <a:spLocks noGrp="1"/>
          </p:cNvSpPr>
          <p:nvPr>
            <p:ph type="body" idx="19"/>
          </p:nvPr>
        </p:nvSpPr>
        <p:spPr>
          <a:xfrm>
            <a:off x="7980696" y="5759333"/>
            <a:ext cx="3775800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1600" b="0" i="1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0" name="Google Shape;70;ge35c07f9d5_0_4432"/>
          <p:cNvSpPr txBox="1">
            <a:spLocks noGrp="1"/>
          </p:cNvSpPr>
          <p:nvPr>
            <p:ph type="title"/>
          </p:nvPr>
        </p:nvSpPr>
        <p:spPr>
          <a:xfrm>
            <a:off x="521004" y="278400"/>
            <a:ext cx="6025200" cy="10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5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9pPr>
          </a:lstStyle>
          <a:p>
            <a:endParaRPr/>
          </a:p>
        </p:txBody>
      </p:sp>
      <p:sp>
        <p:nvSpPr>
          <p:cNvPr id="71" name="Google Shape;71;ge35c07f9d5_0_4432"/>
          <p:cNvSpPr txBox="1">
            <a:spLocks noGrp="1"/>
          </p:cNvSpPr>
          <p:nvPr>
            <p:ph type="body" idx="20"/>
          </p:nvPr>
        </p:nvSpPr>
        <p:spPr>
          <a:xfrm>
            <a:off x="454884" y="1202267"/>
            <a:ext cx="6025200" cy="4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100" b="0" i="1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74641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50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0"/>
                            </p:stCondLst>
                            <p:childTnLst>
                              <p:par>
                                <p:cTn id="4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500"/>
                            </p:stCondLst>
                            <p:childTnLst>
                              <p:par>
                                <p:cTn id="5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6000"/>
                            </p:stCondLst>
                            <p:childTnLst>
                              <p:par>
                                <p:cTn id="5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6500"/>
                            </p:stCondLst>
                            <p:childTnLst>
                              <p:par>
                                <p:cTn id="6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7000"/>
                            </p:stCondLst>
                            <p:childTnLst>
                              <p:par>
                                <p:cTn id="6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7500"/>
                            </p:stCondLst>
                            <p:childTnLst>
                              <p:par>
                                <p:cTn id="7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8000"/>
                            </p:stCondLst>
                            <p:childTnLst>
                              <p:par>
                                <p:cTn id="7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8500"/>
                            </p:stCondLst>
                            <p:childTnLst>
                              <p:par>
                                <p:cTn id="7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9000"/>
                            </p:stCondLst>
                            <p:childTnLst>
                              <p:par>
                                <p:cTn id="8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5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9500"/>
                            </p:stCondLst>
                            <p:childTnLst>
                              <p:par>
                                <p:cTn id="8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5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0000"/>
                            </p:stCondLst>
                            <p:childTnLst>
                              <p:par>
                                <p:cTn id="9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5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0500"/>
                            </p:stCondLst>
                            <p:childTnLst>
                              <p:par>
                                <p:cTn id="9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1000"/>
                            </p:stCondLst>
                            <p:childTnLst>
                              <p:par>
                                <p:cTn id="9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5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1500"/>
                            </p:stCondLst>
                            <p:childTnLst>
                              <p:par>
                                <p:cTn id="10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2000"/>
                            </p:stCondLst>
                            <p:childTnLst>
                              <p:par>
                                <p:cTn id="10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5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2500"/>
                            </p:stCondLst>
                            <p:childTnLst>
                              <p:par>
                                <p:cTn id="1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5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13000"/>
                            </p:stCondLst>
                            <p:childTnLst>
                              <p:par>
                                <p:cTn id="1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5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3500"/>
                            </p:stCondLst>
                            <p:childTnLst>
                              <p:par>
                                <p:cTn id="1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5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14000"/>
                            </p:stCondLst>
                            <p:childTnLst>
                              <p:par>
                                <p:cTn id="1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5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14500"/>
                            </p:stCondLst>
                            <p:childTnLst>
                              <p:par>
                                <p:cTn id="1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5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15000"/>
                            </p:stCondLst>
                            <p:childTnLst>
                              <p:par>
                                <p:cTn id="1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5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15500"/>
                            </p:stCondLst>
                            <p:childTnLst>
                              <p:par>
                                <p:cTn id="1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5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16000"/>
                            </p:stCondLst>
                            <p:childTnLst>
                              <p:par>
                                <p:cTn id="1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2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16500"/>
                            </p:stCondLst>
                            <p:childTnLst>
                              <p:par>
                                <p:cTn id="14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17000"/>
                            </p:stCondLst>
                            <p:childTnLst>
                              <p:par>
                                <p:cTn id="1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5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17500"/>
                            </p:stCondLst>
                            <p:childTnLst>
                              <p:par>
                                <p:cTn id="15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5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18000"/>
                            </p:stCondLst>
                            <p:childTnLst>
                              <p:par>
                                <p:cTn id="15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5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18500"/>
                            </p:stCondLst>
                            <p:childTnLst>
                              <p:par>
                                <p:cTn id="16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5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19000"/>
                            </p:stCondLst>
                            <p:childTnLst>
                              <p:par>
                                <p:cTn id="16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5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19500"/>
                            </p:stCondLst>
                            <p:childTnLst>
                              <p:par>
                                <p:cTn id="17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5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20000"/>
                            </p:stCondLst>
                            <p:childTnLst>
                              <p:par>
                                <p:cTn id="17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5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20500"/>
                            </p:stCondLst>
                            <p:childTnLst>
                              <p:par>
                                <p:cTn id="17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5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>
                            <p:stCondLst>
                              <p:cond delay="21000"/>
                            </p:stCondLst>
                            <p:childTnLst>
                              <p:par>
                                <p:cTn id="18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21500"/>
                            </p:stCondLst>
                            <p:childTnLst>
                              <p:par>
                                <p:cTn id="18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5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>
                            <p:stCondLst>
                              <p:cond delay="22000"/>
                            </p:stCondLst>
                            <p:childTnLst>
                              <p:par>
                                <p:cTn id="19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5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>
                            <p:stCondLst>
                              <p:cond delay="22500"/>
                            </p:stCondLst>
                            <p:childTnLst>
                              <p:par>
                                <p:cTn id="19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5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>
                            <p:stCondLst>
                              <p:cond delay="23000"/>
                            </p:stCondLst>
                            <p:childTnLst>
                              <p:par>
                                <p:cTn id="19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5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1" fill="hold">
                            <p:stCondLst>
                              <p:cond delay="23500"/>
                            </p:stCondLst>
                            <p:childTnLst>
                              <p:par>
                                <p:cTn id="20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500"/>
                                        <p:tgtEl>
                                          <p:spTgt spid="5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>
                            <p:stCondLst>
                              <p:cond delay="24000"/>
                            </p:stCondLst>
                            <p:childTnLst>
                              <p:par>
                                <p:cTn id="20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500"/>
                                        <p:tgtEl>
                                          <p:spTgt spid="5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9" fill="hold">
                            <p:stCondLst>
                              <p:cond delay="24500"/>
                            </p:stCondLst>
                            <p:childTnLst>
                              <p:par>
                                <p:cTn id="2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5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3" fill="hold">
                            <p:stCondLst>
                              <p:cond delay="25000"/>
                            </p:stCondLst>
                            <p:childTnLst>
                              <p:par>
                                <p:cTn id="2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500"/>
                                        <p:tgtEl>
                                          <p:spTgt spid="5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7" fill="hold">
                            <p:stCondLst>
                              <p:cond delay="25500"/>
                            </p:stCondLst>
                            <p:childTnLst>
                              <p:par>
                                <p:cTn id="2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2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4" fill="hold">
                            <p:stCondLst>
                              <p:cond delay="26000"/>
                            </p:stCondLst>
                            <p:childTnLst>
                              <p:par>
                                <p:cTn id="2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500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8" fill="hold">
                            <p:stCondLst>
                              <p:cond delay="26500"/>
                            </p:stCondLst>
                            <p:childTnLst>
                              <p:par>
                                <p:cTn id="2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500"/>
                                        <p:tgtEl>
                                          <p:spTgt spid="6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2" fill="hold">
                            <p:stCondLst>
                              <p:cond delay="27000"/>
                            </p:stCondLst>
                            <p:childTnLst>
                              <p:par>
                                <p:cTn id="2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500"/>
                                        <p:tgtEl>
                                          <p:spTgt spid="6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6" fill="hold">
                            <p:stCondLst>
                              <p:cond delay="27500"/>
                            </p:stCondLst>
                            <p:childTnLst>
                              <p:par>
                                <p:cTn id="2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500"/>
                                        <p:tgtEl>
                                          <p:spTgt spid="6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0" fill="hold">
                            <p:stCondLst>
                              <p:cond delay="28000"/>
                            </p:stCondLst>
                            <p:childTnLst>
                              <p:par>
                                <p:cTn id="2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500"/>
                                        <p:tgtEl>
                                          <p:spTgt spid="6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>
                            <p:stCondLst>
                              <p:cond delay="28500"/>
                            </p:stCondLst>
                            <p:childTnLst>
                              <p:par>
                                <p:cTn id="2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500"/>
                                        <p:tgtEl>
                                          <p:spTgt spid="6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8" fill="hold">
                            <p:stCondLst>
                              <p:cond delay="29000"/>
                            </p:stCondLst>
                            <p:childTnLst>
                              <p:par>
                                <p:cTn id="2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1" dur="500"/>
                                        <p:tgtEl>
                                          <p:spTgt spid="6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2" fill="hold">
                            <p:stCondLst>
                              <p:cond delay="29500"/>
                            </p:stCondLst>
                            <p:childTnLst>
                              <p:par>
                                <p:cTn id="2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500"/>
                                        <p:tgtEl>
                                          <p:spTgt spid="6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6" fill="hold">
                            <p:stCondLst>
                              <p:cond delay="30000"/>
                            </p:stCondLst>
                            <p:childTnLst>
                              <p:par>
                                <p:cTn id="2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9" dur="500"/>
                                        <p:tgtEl>
                                          <p:spTgt spid="6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0" fill="hold">
                            <p:stCondLst>
                              <p:cond delay="30500"/>
                            </p:stCondLst>
                            <p:childTnLst>
                              <p:par>
                                <p:cTn id="2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3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4" fill="hold">
                            <p:stCondLst>
                              <p:cond delay="31000"/>
                            </p:stCondLst>
                            <p:childTnLst>
                              <p:par>
                                <p:cTn id="2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500"/>
                                        <p:tgtEl>
                                          <p:spTgt spid="6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>
                            <p:stCondLst>
                              <p:cond delay="31500"/>
                            </p:stCondLst>
                            <p:childTnLst>
                              <p:par>
                                <p:cTn id="2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1" dur="500"/>
                                        <p:tgtEl>
                                          <p:spTgt spid="6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2" fill="hold">
                            <p:stCondLst>
                              <p:cond delay="32000"/>
                            </p:stCondLst>
                            <p:childTnLst>
                              <p:par>
                                <p:cTn id="27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5" dur="500"/>
                                        <p:tgtEl>
                                          <p:spTgt spid="6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6" fill="hold">
                            <p:stCondLst>
                              <p:cond delay="32500"/>
                            </p:stCondLst>
                            <p:childTnLst>
                              <p:par>
                                <p:cTn id="27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9" dur="500"/>
                                        <p:tgtEl>
                                          <p:spTgt spid="6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0" fill="hold">
                            <p:stCondLst>
                              <p:cond delay="33000"/>
                            </p:stCondLst>
                            <p:childTnLst>
                              <p:par>
                                <p:cTn id="28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3" dur="500"/>
                                        <p:tgtEl>
                                          <p:spTgt spid="6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4" fill="hold">
                            <p:stCondLst>
                              <p:cond delay="33500"/>
                            </p:stCondLst>
                            <p:childTnLst>
                              <p:par>
                                <p:cTn id="28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7" dur="500"/>
                                        <p:tgtEl>
                                          <p:spTgt spid="6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8" fill="hold">
                            <p:stCondLst>
                              <p:cond delay="34000"/>
                            </p:stCondLst>
                            <p:childTnLst>
                              <p:par>
                                <p:cTn id="28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1" dur="500"/>
                                        <p:tgtEl>
                                          <p:spTgt spid="6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2" fill="hold">
                            <p:stCondLst>
                              <p:cond delay="34500"/>
                            </p:stCondLst>
                            <p:childTnLst>
                              <p:par>
                                <p:cTn id="29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5" dur="500"/>
                                        <p:tgtEl>
                                          <p:spTgt spid="6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6" fill="hold">
                            <p:stCondLst>
                              <p:cond delay="35000"/>
                            </p:stCondLst>
                            <p:childTnLst>
                              <p:par>
                                <p:cTn id="29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9" dur="2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3" fill="hold">
                            <p:stCondLst>
                              <p:cond delay="35500"/>
                            </p:stCondLst>
                            <p:childTnLst>
                              <p:par>
                                <p:cTn id="30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6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7" fill="hold">
                            <p:stCondLst>
                              <p:cond delay="36000"/>
                            </p:stCondLst>
                            <p:childTnLst>
                              <p:par>
                                <p:cTn id="30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0" dur="500"/>
                                        <p:tgtEl>
                                          <p:spTgt spid="6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1" fill="hold">
                            <p:stCondLst>
                              <p:cond delay="36500"/>
                            </p:stCondLst>
                            <p:childTnLst>
                              <p:par>
                                <p:cTn id="3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4" dur="500"/>
                                        <p:tgtEl>
                                          <p:spTgt spid="6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5" fill="hold">
                            <p:stCondLst>
                              <p:cond delay="37000"/>
                            </p:stCondLst>
                            <p:childTnLst>
                              <p:par>
                                <p:cTn id="3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8" dur="500"/>
                                        <p:tgtEl>
                                          <p:spTgt spid="6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9" fill="hold">
                            <p:stCondLst>
                              <p:cond delay="37500"/>
                            </p:stCondLst>
                            <p:childTnLst>
                              <p:par>
                                <p:cTn id="3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2" dur="500"/>
                                        <p:tgtEl>
                                          <p:spTgt spid="6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3" fill="hold">
                            <p:stCondLst>
                              <p:cond delay="38000"/>
                            </p:stCondLst>
                            <p:childTnLst>
                              <p:par>
                                <p:cTn id="3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6" dur="500"/>
                                        <p:tgtEl>
                                          <p:spTgt spid="6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7" fill="hold">
                            <p:stCondLst>
                              <p:cond delay="38500"/>
                            </p:stCondLst>
                            <p:childTnLst>
                              <p:par>
                                <p:cTn id="3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0" dur="500"/>
                                        <p:tgtEl>
                                          <p:spTgt spid="6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1" fill="hold">
                            <p:stCondLst>
                              <p:cond delay="39000"/>
                            </p:stCondLst>
                            <p:childTnLst>
                              <p:par>
                                <p:cTn id="3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4" dur="500"/>
                                        <p:tgtEl>
                                          <p:spTgt spid="6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5" fill="hold">
                            <p:stCondLst>
                              <p:cond delay="39500"/>
                            </p:stCondLst>
                            <p:childTnLst>
                              <p:par>
                                <p:cTn id="3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8" dur="500"/>
                                        <p:tgtEl>
                                          <p:spTgt spid="6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9" fill="hold">
                            <p:stCondLst>
                              <p:cond delay="40000"/>
                            </p:stCondLst>
                            <p:childTnLst>
                              <p:par>
                                <p:cTn id="3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2" dur="500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3" fill="hold">
                            <p:stCondLst>
                              <p:cond delay="40500"/>
                            </p:stCondLst>
                            <p:childTnLst>
                              <p:par>
                                <p:cTn id="3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6" dur="500"/>
                                        <p:tgtEl>
                                          <p:spTgt spid="6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7" fill="hold">
                            <p:stCondLst>
                              <p:cond delay="41000"/>
                            </p:stCondLst>
                            <p:childTnLst>
                              <p:par>
                                <p:cTn id="34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0" dur="500"/>
                                        <p:tgtEl>
                                          <p:spTgt spid="6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1" fill="hold">
                            <p:stCondLst>
                              <p:cond delay="41500"/>
                            </p:stCondLst>
                            <p:childTnLst>
                              <p:par>
                                <p:cTn id="35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4" dur="500"/>
                                        <p:tgtEl>
                                          <p:spTgt spid="6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5" fill="hold">
                            <p:stCondLst>
                              <p:cond delay="42000"/>
                            </p:stCondLst>
                            <p:childTnLst>
                              <p:par>
                                <p:cTn id="35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8" dur="500"/>
                                        <p:tgtEl>
                                          <p:spTgt spid="6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9" fill="hold">
                            <p:stCondLst>
                              <p:cond delay="42500"/>
                            </p:stCondLst>
                            <p:childTnLst>
                              <p:par>
                                <p:cTn id="36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2" dur="500"/>
                                        <p:tgtEl>
                                          <p:spTgt spid="6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3" fill="hold">
                            <p:stCondLst>
                              <p:cond delay="43000"/>
                            </p:stCondLst>
                            <p:childTnLst>
                              <p:par>
                                <p:cTn id="36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6" dur="500"/>
                                        <p:tgtEl>
                                          <p:spTgt spid="6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7" fill="hold">
                            <p:stCondLst>
                              <p:cond delay="43500"/>
                            </p:stCondLst>
                            <p:childTnLst>
                              <p:par>
                                <p:cTn id="36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0" dur="500"/>
                                        <p:tgtEl>
                                          <p:spTgt spid="6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1" fill="hold">
                            <p:stCondLst>
                              <p:cond delay="44000"/>
                            </p:stCondLst>
                            <p:childTnLst>
                              <p:par>
                                <p:cTn id="37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4" dur="500"/>
                                        <p:tgtEl>
                                          <p:spTgt spid="6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5" fill="hold">
                            <p:stCondLst>
                              <p:cond delay="44500"/>
                            </p:stCondLst>
                            <p:childTnLst>
                              <p:par>
                                <p:cTn id="37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8" dur="2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2" fill="hold">
                            <p:stCondLst>
                              <p:cond delay="45000"/>
                            </p:stCondLst>
                            <p:childTnLst>
                              <p:par>
                                <p:cTn id="38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5" dur="500"/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6" fill="hold">
                            <p:stCondLst>
                              <p:cond delay="45500"/>
                            </p:stCondLst>
                            <p:childTnLst>
                              <p:par>
                                <p:cTn id="38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9" dur="500"/>
                                        <p:tgtEl>
                                          <p:spTgt spid="6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0" fill="hold">
                            <p:stCondLst>
                              <p:cond delay="46000"/>
                            </p:stCondLst>
                            <p:childTnLst>
                              <p:par>
                                <p:cTn id="39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3" dur="500"/>
                                        <p:tgtEl>
                                          <p:spTgt spid="6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4" fill="hold">
                            <p:stCondLst>
                              <p:cond delay="46500"/>
                            </p:stCondLst>
                            <p:childTnLst>
                              <p:par>
                                <p:cTn id="39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7" dur="500"/>
                                        <p:tgtEl>
                                          <p:spTgt spid="6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8" fill="hold">
                            <p:stCondLst>
                              <p:cond delay="47000"/>
                            </p:stCondLst>
                            <p:childTnLst>
                              <p:par>
                                <p:cTn id="39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1" dur="500"/>
                                        <p:tgtEl>
                                          <p:spTgt spid="6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2" fill="hold">
                            <p:stCondLst>
                              <p:cond delay="47500"/>
                            </p:stCondLst>
                            <p:childTnLst>
                              <p:par>
                                <p:cTn id="40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5" dur="500"/>
                                        <p:tgtEl>
                                          <p:spTgt spid="6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6" fill="hold">
                            <p:stCondLst>
                              <p:cond delay="48000"/>
                            </p:stCondLst>
                            <p:childTnLst>
                              <p:par>
                                <p:cTn id="40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9" dur="500"/>
                                        <p:tgtEl>
                                          <p:spTgt spid="6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0" fill="hold">
                            <p:stCondLst>
                              <p:cond delay="48500"/>
                            </p:stCondLst>
                            <p:childTnLst>
                              <p:par>
                                <p:cTn id="4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3" dur="500"/>
                                        <p:tgtEl>
                                          <p:spTgt spid="6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4" fill="hold">
                            <p:stCondLst>
                              <p:cond delay="49000"/>
                            </p:stCondLst>
                            <p:childTnLst>
                              <p:par>
                                <p:cTn id="4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7" dur="500"/>
                                        <p:tgtEl>
                                          <p:spTgt spid="6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8" fill="hold">
                            <p:stCondLst>
                              <p:cond delay="49500"/>
                            </p:stCondLst>
                            <p:childTnLst>
                              <p:par>
                                <p:cTn id="4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1" dur="500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2" fill="hold">
                            <p:stCondLst>
                              <p:cond delay="50000"/>
                            </p:stCondLst>
                            <p:childTnLst>
                              <p:par>
                                <p:cTn id="4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5" dur="500"/>
                                        <p:tgtEl>
                                          <p:spTgt spid="6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6" fill="hold">
                            <p:stCondLst>
                              <p:cond delay="50500"/>
                            </p:stCondLst>
                            <p:childTnLst>
                              <p:par>
                                <p:cTn id="4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9" dur="500"/>
                                        <p:tgtEl>
                                          <p:spTgt spid="6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0" fill="hold">
                            <p:stCondLst>
                              <p:cond delay="51000"/>
                            </p:stCondLst>
                            <p:childTnLst>
                              <p:par>
                                <p:cTn id="4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3" dur="500"/>
                                        <p:tgtEl>
                                          <p:spTgt spid="6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4" fill="hold">
                            <p:stCondLst>
                              <p:cond delay="51500"/>
                            </p:stCondLst>
                            <p:childTnLst>
                              <p:par>
                                <p:cTn id="4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7" dur="500"/>
                                        <p:tgtEl>
                                          <p:spTgt spid="6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8" fill="hold">
                            <p:stCondLst>
                              <p:cond delay="52000"/>
                            </p:stCondLst>
                            <p:childTnLst>
                              <p:par>
                                <p:cTn id="4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1" dur="500"/>
                                        <p:tgtEl>
                                          <p:spTgt spid="6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2" fill="hold">
                            <p:stCondLst>
                              <p:cond delay="52500"/>
                            </p:stCondLst>
                            <p:childTnLst>
                              <p:par>
                                <p:cTn id="44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5" dur="500"/>
                                        <p:tgtEl>
                                          <p:spTgt spid="6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6" fill="hold">
                            <p:stCondLst>
                              <p:cond delay="53000"/>
                            </p:stCondLst>
                            <p:childTnLst>
                              <p:par>
                                <p:cTn id="44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9" dur="500"/>
                                        <p:tgtEl>
                                          <p:spTgt spid="6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0" fill="hold">
                            <p:stCondLst>
                              <p:cond delay="53500"/>
                            </p:stCondLst>
                            <p:childTnLst>
                              <p:par>
                                <p:cTn id="45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3" dur="500"/>
                                        <p:tgtEl>
                                          <p:spTgt spid="6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tx" preserve="1">
  <p:cSld name="Title and Conten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sldNum" idx="12"/>
          </p:nvPr>
        </p:nvSpPr>
        <p:spPr>
          <a:xfrm>
            <a:off x="11089821" y="6404293"/>
            <a:ext cx="264000" cy="2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81081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preserve="1">
  <p:cSld name="Section Header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body" idx="1"/>
          </p:nvPr>
        </p:nvSpPr>
        <p:spPr>
          <a:xfrm>
            <a:off x="831850" y="4589462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>
                <a:solidFill>
                  <a:srgbClr val="888888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11089821" y="6404293"/>
            <a:ext cx="264000" cy="2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02321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preserve="1">
  <p:cSld name="Comparis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4"/>
          <p:cNvSpPr txBox="1">
            <a:spLocks noGrp="1"/>
          </p:cNvSpPr>
          <p:nvPr>
            <p:ph type="body" idx="1"/>
          </p:nvPr>
        </p:nvSpPr>
        <p:spPr>
          <a:xfrm>
            <a:off x="839787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/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/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/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body" idx="2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sldNum" idx="12"/>
          </p:nvPr>
        </p:nvSpPr>
        <p:spPr>
          <a:xfrm>
            <a:off x="11089821" y="6404293"/>
            <a:ext cx="264000" cy="2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2374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>
  <p:cSld name="Title Only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5"/>
          <p:cNvSpPr txBox="1">
            <a:spLocks noGrp="1"/>
          </p:cNvSpPr>
          <p:nvPr>
            <p:ph type="sldNum" idx="12"/>
          </p:nvPr>
        </p:nvSpPr>
        <p:spPr>
          <a:xfrm>
            <a:off x="11089821" y="6404293"/>
            <a:ext cx="264000" cy="2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07176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preserve="1">
  <p:cSld name="Blank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>
            <a:spLocks noGrp="1"/>
          </p:cNvSpPr>
          <p:nvPr>
            <p:ph type="sldNum" idx="12"/>
          </p:nvPr>
        </p:nvSpPr>
        <p:spPr>
          <a:xfrm>
            <a:off x="11089821" y="6404293"/>
            <a:ext cx="264000" cy="2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3981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preserve="1">
  <p:cSld name="Content with Caption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body" idx="1"/>
          </p:nvPr>
        </p:nvSpPr>
        <p:spPr>
          <a:xfrm>
            <a:off x="5183187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/>
            </a:lvl1pPr>
            <a:lvl2pPr marL="914400" lvl="1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/>
            </a:lvl2pPr>
            <a:lvl3pPr marL="1371600" lvl="2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/>
            </a:lvl3pPr>
            <a:lvl4pPr marL="1828800" lvl="3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/>
            </a:lvl4pPr>
            <a:lvl5pPr marL="2286000" lvl="4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body" idx="2"/>
          </p:nvPr>
        </p:nvSpPr>
        <p:spPr>
          <a:xfrm>
            <a:off x="839787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4" name="Google Shape;94;p17"/>
          <p:cNvSpPr txBox="1">
            <a:spLocks noGrp="1"/>
          </p:cNvSpPr>
          <p:nvPr>
            <p:ph type="sldNum" idx="12"/>
          </p:nvPr>
        </p:nvSpPr>
        <p:spPr>
          <a:xfrm>
            <a:off x="11089821" y="6404293"/>
            <a:ext cx="264000" cy="2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10688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preserve="1">
  <p:cSld name="Picture with Caption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8"/>
          <p:cNvSpPr>
            <a:spLocks noGrp="1"/>
          </p:cNvSpPr>
          <p:nvPr>
            <p:ph type="pic" idx="2"/>
          </p:nvPr>
        </p:nvSpPr>
        <p:spPr>
          <a:xfrm>
            <a:off x="5183187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8" name="Google Shape;98;p18"/>
          <p:cNvSpPr txBox="1">
            <a:spLocks noGrp="1"/>
          </p:cNvSpPr>
          <p:nvPr>
            <p:ph type="body" idx="1"/>
          </p:nvPr>
        </p:nvSpPr>
        <p:spPr>
          <a:xfrm>
            <a:off x="839787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/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/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/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18"/>
          <p:cNvSpPr txBox="1">
            <a:spLocks noGrp="1"/>
          </p:cNvSpPr>
          <p:nvPr>
            <p:ph type="sldNum" idx="12"/>
          </p:nvPr>
        </p:nvSpPr>
        <p:spPr>
          <a:xfrm>
            <a:off x="11089821" y="6404293"/>
            <a:ext cx="264000" cy="2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925349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preserve="1">
  <p:cSld name="Title and Vertical Text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3" name="Google Shape;103;p19"/>
          <p:cNvSpPr txBox="1">
            <a:spLocks noGrp="1"/>
          </p:cNvSpPr>
          <p:nvPr>
            <p:ph type="sldNum" idx="12"/>
          </p:nvPr>
        </p:nvSpPr>
        <p:spPr>
          <a:xfrm>
            <a:off x="11089821" y="6404293"/>
            <a:ext cx="264000" cy="2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510374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preserve="1">
  <p:cSld name="Vertical Title and Text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>
            <a:spLocks noGrp="1"/>
          </p:cNvSpPr>
          <p:nvPr>
            <p:ph type="title"/>
          </p:nvPr>
        </p:nvSpPr>
        <p:spPr>
          <a:xfrm>
            <a:off x="8724900" y="365125"/>
            <a:ext cx="2628900" cy="58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0"/>
          <p:cNvSpPr txBox="1">
            <a:spLocks noGrp="1"/>
          </p:cNvSpPr>
          <p:nvPr>
            <p:ph type="body" idx="1"/>
          </p:nvPr>
        </p:nvSpPr>
        <p:spPr>
          <a:xfrm>
            <a:off x="838200" y="365125"/>
            <a:ext cx="7734300" cy="58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7" name="Google Shape;107;p20"/>
          <p:cNvSpPr txBox="1">
            <a:spLocks noGrp="1"/>
          </p:cNvSpPr>
          <p:nvPr>
            <p:ph type="sldNum" idx="12"/>
          </p:nvPr>
        </p:nvSpPr>
        <p:spPr>
          <a:xfrm>
            <a:off x="11089821" y="6404293"/>
            <a:ext cx="264000" cy="2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05655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2" preserve="1">
  <p:cSld name="Title 2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e35c07f9d5_0_198"/>
          <p:cNvSpPr/>
          <p:nvPr/>
        </p:nvSpPr>
        <p:spPr>
          <a:xfrm>
            <a:off x="0" y="2400300"/>
            <a:ext cx="12192000" cy="2057400"/>
          </a:xfrm>
          <a:prstGeom prst="rect">
            <a:avLst/>
          </a:prstGeom>
          <a:gradFill>
            <a:gsLst>
              <a:gs pos="0">
                <a:srgbClr val="FFFFFF">
                  <a:alpha val="89411"/>
                </a:srgbClr>
              </a:gs>
              <a:gs pos="25000">
                <a:srgbClr val="FFFFFF">
                  <a:alpha val="40392"/>
                </a:srgbClr>
              </a:gs>
              <a:gs pos="51000">
                <a:srgbClr val="FFFFFF">
                  <a:alpha val="0"/>
                </a:srgbClr>
              </a:gs>
              <a:gs pos="80000">
                <a:srgbClr val="FFFFFF">
                  <a:alpha val="392"/>
                </a:srgbClr>
              </a:gs>
              <a:gs pos="100000">
                <a:srgbClr val="FFFFFF">
                  <a:alpha val="49411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ge35c07f9d5_0_198"/>
          <p:cNvSpPr txBox="1">
            <a:spLocks noGrp="1"/>
          </p:cNvSpPr>
          <p:nvPr>
            <p:ph type="title"/>
          </p:nvPr>
        </p:nvSpPr>
        <p:spPr>
          <a:xfrm>
            <a:off x="609600" y="2648638"/>
            <a:ext cx="10972800" cy="11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6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9pPr>
          </a:lstStyle>
          <a:p>
            <a:endParaRPr/>
          </a:p>
        </p:txBody>
      </p:sp>
      <p:sp>
        <p:nvSpPr>
          <p:cNvPr id="111" name="Google Shape;111;ge35c07f9d5_0_198"/>
          <p:cNvSpPr txBox="1">
            <a:spLocks noGrp="1"/>
          </p:cNvSpPr>
          <p:nvPr>
            <p:ph type="body" idx="1"/>
          </p:nvPr>
        </p:nvSpPr>
        <p:spPr>
          <a:xfrm>
            <a:off x="605780" y="3639702"/>
            <a:ext cx="10980300" cy="5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marR="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400" b="0" i="1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2" name="Google Shape;112;ge35c07f9d5_0_198"/>
          <p:cNvSpPr txBox="1">
            <a:spLocks noGrp="1"/>
          </p:cNvSpPr>
          <p:nvPr>
            <p:ph type="body" idx="2"/>
          </p:nvPr>
        </p:nvSpPr>
        <p:spPr>
          <a:xfrm>
            <a:off x="605780" y="4526407"/>
            <a:ext cx="109803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marR="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19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0388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1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1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1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1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eywords" preserve="1">
  <p:cSld name="Keywords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e35c07f9d5_0_942"/>
          <p:cNvSpPr txBox="1">
            <a:spLocks noGrp="1"/>
          </p:cNvSpPr>
          <p:nvPr>
            <p:ph type="title"/>
          </p:nvPr>
        </p:nvSpPr>
        <p:spPr>
          <a:xfrm>
            <a:off x="807504" y="278650"/>
            <a:ext cx="10576800" cy="102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5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9pPr>
          </a:lstStyle>
          <a:p>
            <a:endParaRPr/>
          </a:p>
        </p:txBody>
      </p:sp>
      <p:sp>
        <p:nvSpPr>
          <p:cNvPr id="115" name="Google Shape;115;ge35c07f9d5_0_942"/>
          <p:cNvSpPr txBox="1">
            <a:spLocks noGrp="1"/>
          </p:cNvSpPr>
          <p:nvPr>
            <p:ph type="ftr" idx="11"/>
          </p:nvPr>
        </p:nvSpPr>
        <p:spPr>
          <a:xfrm>
            <a:off x="3335456" y="6495947"/>
            <a:ext cx="5521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6" name="Google Shape;116;ge35c07f9d5_0_942"/>
          <p:cNvSpPr txBox="1">
            <a:spLocks noGrp="1"/>
          </p:cNvSpPr>
          <p:nvPr>
            <p:ph type="sldNum" idx="12"/>
          </p:nvPr>
        </p:nvSpPr>
        <p:spPr>
          <a:xfrm>
            <a:off x="9271574" y="6446521"/>
            <a:ext cx="2844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  <p:sp>
        <p:nvSpPr>
          <p:cNvPr id="117" name="Google Shape;117;ge35c07f9d5_0_942"/>
          <p:cNvSpPr txBox="1">
            <a:spLocks noGrp="1"/>
          </p:cNvSpPr>
          <p:nvPr>
            <p:ph type="body" idx="1"/>
          </p:nvPr>
        </p:nvSpPr>
        <p:spPr>
          <a:xfrm>
            <a:off x="825042" y="1202267"/>
            <a:ext cx="10542000" cy="4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457200" marR="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100" b="0" i="1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8" name="Google Shape;118;ge35c07f9d5_0_942"/>
          <p:cNvSpPr/>
          <p:nvPr/>
        </p:nvSpPr>
        <p:spPr>
          <a:xfrm>
            <a:off x="0" y="2526979"/>
            <a:ext cx="12192000" cy="1298700"/>
          </a:xfrm>
          <a:prstGeom prst="rect">
            <a:avLst/>
          </a:prstGeom>
          <a:gradFill>
            <a:gsLst>
              <a:gs pos="0">
                <a:srgbClr val="FFFFFF">
                  <a:alpha val="83137"/>
                </a:srgbClr>
              </a:gs>
              <a:gs pos="24000">
                <a:srgbClr val="FFFFFF">
                  <a:alpha val="30196"/>
                </a:srgbClr>
              </a:gs>
              <a:gs pos="67000">
                <a:srgbClr val="FFFFFF">
                  <a:alpha val="4313"/>
                </a:srgbClr>
              </a:gs>
              <a:gs pos="100000">
                <a:srgbClr val="FFFFFF">
                  <a:alpha val="64313"/>
                </a:srgbClr>
              </a:gs>
            </a:gsLst>
            <a:lin ang="2700006" scaled="0"/>
          </a:gra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ge35c07f9d5_0_942"/>
          <p:cNvSpPr/>
          <p:nvPr/>
        </p:nvSpPr>
        <p:spPr>
          <a:xfrm rot="-2699792">
            <a:off x="2373610" y="2786242"/>
            <a:ext cx="3499118" cy="78022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93245" y="0"/>
                </a:moveTo>
                <a:lnTo>
                  <a:pt x="120000" y="120000"/>
                </a:lnTo>
                <a:lnTo>
                  <a:pt x="26754" y="120000"/>
                </a:lnTo>
                <a:lnTo>
                  <a:pt x="0" y="0"/>
                </a:lnTo>
                <a:close/>
              </a:path>
            </a:pathLst>
          </a:custGeom>
          <a:solidFill>
            <a:schemeClr val="dk1">
              <a:alpha val="68627"/>
            </a:schemeClr>
          </a:soli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e35c07f9d5_0_942"/>
          <p:cNvSpPr/>
          <p:nvPr/>
        </p:nvSpPr>
        <p:spPr>
          <a:xfrm>
            <a:off x="5324189" y="2215597"/>
            <a:ext cx="630000" cy="311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59304" y="0"/>
                </a:move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4">
              <a:alpha val="40784"/>
            </a:schemeClr>
          </a:soli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ge35c07f9d5_0_942"/>
          <p:cNvSpPr/>
          <p:nvPr/>
        </p:nvSpPr>
        <p:spPr>
          <a:xfrm rot="10800000">
            <a:off x="2287646" y="3825555"/>
            <a:ext cx="634500" cy="31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120000" y="119999"/>
                </a:moveTo>
                <a:lnTo>
                  <a:pt x="0" y="119999"/>
                </a:lnTo>
                <a:lnTo>
                  <a:pt x="33993" y="50878"/>
                </a:lnTo>
                <a:lnTo>
                  <a:pt x="59601" y="0"/>
                </a:lnTo>
                <a:close/>
              </a:path>
            </a:pathLst>
          </a:custGeom>
          <a:solidFill>
            <a:schemeClr val="accent4">
              <a:alpha val="40784"/>
            </a:schemeClr>
          </a:soli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ge35c07f9d5_0_942"/>
          <p:cNvSpPr/>
          <p:nvPr/>
        </p:nvSpPr>
        <p:spPr>
          <a:xfrm rot="-2699792">
            <a:off x="4247049" y="2785931"/>
            <a:ext cx="3499118" cy="78022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93245" y="0"/>
                </a:moveTo>
                <a:lnTo>
                  <a:pt x="120000" y="120000"/>
                </a:lnTo>
                <a:lnTo>
                  <a:pt x="26754" y="120000"/>
                </a:lnTo>
                <a:lnTo>
                  <a:pt x="0" y="0"/>
                </a:lnTo>
                <a:close/>
              </a:path>
            </a:pathLst>
          </a:custGeom>
          <a:solidFill>
            <a:schemeClr val="dk1">
              <a:alpha val="68627"/>
            </a:schemeClr>
          </a:soli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ge35c07f9d5_0_942"/>
          <p:cNvSpPr/>
          <p:nvPr/>
        </p:nvSpPr>
        <p:spPr>
          <a:xfrm>
            <a:off x="7197627" y="2215287"/>
            <a:ext cx="630000" cy="311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59304" y="0"/>
                </a:move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4">
              <a:alpha val="40784"/>
            </a:schemeClr>
          </a:soli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ge35c07f9d5_0_942"/>
          <p:cNvSpPr/>
          <p:nvPr/>
        </p:nvSpPr>
        <p:spPr>
          <a:xfrm rot="10800000">
            <a:off x="4161086" y="3825244"/>
            <a:ext cx="634500" cy="31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120000" y="119999"/>
                </a:moveTo>
                <a:lnTo>
                  <a:pt x="0" y="119999"/>
                </a:lnTo>
                <a:lnTo>
                  <a:pt x="33993" y="50878"/>
                </a:lnTo>
                <a:lnTo>
                  <a:pt x="59601" y="0"/>
                </a:lnTo>
                <a:close/>
              </a:path>
            </a:pathLst>
          </a:custGeom>
          <a:solidFill>
            <a:schemeClr val="accent4">
              <a:alpha val="40784"/>
            </a:schemeClr>
          </a:soli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ge35c07f9d5_0_942"/>
          <p:cNvSpPr/>
          <p:nvPr/>
        </p:nvSpPr>
        <p:spPr>
          <a:xfrm rot="-2699792">
            <a:off x="6120487" y="2799769"/>
            <a:ext cx="3499118" cy="78022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93245" y="0"/>
                </a:moveTo>
                <a:lnTo>
                  <a:pt x="120000" y="120000"/>
                </a:lnTo>
                <a:lnTo>
                  <a:pt x="26754" y="120000"/>
                </a:lnTo>
                <a:lnTo>
                  <a:pt x="0" y="0"/>
                </a:lnTo>
                <a:close/>
              </a:path>
            </a:pathLst>
          </a:custGeom>
          <a:solidFill>
            <a:schemeClr val="dk1">
              <a:alpha val="68627"/>
            </a:schemeClr>
          </a:soli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ge35c07f9d5_0_942"/>
          <p:cNvSpPr/>
          <p:nvPr/>
        </p:nvSpPr>
        <p:spPr>
          <a:xfrm>
            <a:off x="9071064" y="2229125"/>
            <a:ext cx="630000" cy="311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59304" y="0"/>
                </a:move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4">
              <a:alpha val="40784"/>
            </a:schemeClr>
          </a:soli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ge35c07f9d5_0_942"/>
          <p:cNvSpPr/>
          <p:nvPr/>
        </p:nvSpPr>
        <p:spPr>
          <a:xfrm rot="10800000">
            <a:off x="6034524" y="3839082"/>
            <a:ext cx="634500" cy="31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120000" y="119999"/>
                </a:moveTo>
                <a:lnTo>
                  <a:pt x="0" y="119999"/>
                </a:lnTo>
                <a:lnTo>
                  <a:pt x="33993" y="50878"/>
                </a:lnTo>
                <a:lnTo>
                  <a:pt x="59601" y="0"/>
                </a:lnTo>
                <a:close/>
              </a:path>
            </a:pathLst>
          </a:custGeom>
          <a:solidFill>
            <a:schemeClr val="accent4">
              <a:alpha val="40784"/>
            </a:schemeClr>
          </a:soli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ge35c07f9d5_0_942"/>
          <p:cNvSpPr/>
          <p:nvPr/>
        </p:nvSpPr>
        <p:spPr>
          <a:xfrm rot="-2699792">
            <a:off x="7993927" y="2799770"/>
            <a:ext cx="3499118" cy="78022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93245" y="0"/>
                </a:moveTo>
                <a:lnTo>
                  <a:pt x="120000" y="120000"/>
                </a:lnTo>
                <a:lnTo>
                  <a:pt x="26754" y="120000"/>
                </a:lnTo>
                <a:lnTo>
                  <a:pt x="0" y="0"/>
                </a:lnTo>
                <a:close/>
              </a:path>
            </a:pathLst>
          </a:custGeom>
          <a:solidFill>
            <a:schemeClr val="dk1">
              <a:alpha val="68627"/>
            </a:schemeClr>
          </a:soli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ge35c07f9d5_0_942"/>
          <p:cNvSpPr/>
          <p:nvPr/>
        </p:nvSpPr>
        <p:spPr>
          <a:xfrm>
            <a:off x="10944504" y="2229126"/>
            <a:ext cx="630000" cy="311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59304" y="0"/>
                </a:move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4">
              <a:alpha val="40784"/>
            </a:schemeClr>
          </a:soli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ge35c07f9d5_0_942"/>
          <p:cNvSpPr/>
          <p:nvPr/>
        </p:nvSpPr>
        <p:spPr>
          <a:xfrm rot="10800000">
            <a:off x="7907962" y="3839082"/>
            <a:ext cx="634500" cy="31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120000" y="119999"/>
                </a:moveTo>
                <a:lnTo>
                  <a:pt x="0" y="119999"/>
                </a:lnTo>
                <a:lnTo>
                  <a:pt x="33993" y="50878"/>
                </a:lnTo>
                <a:lnTo>
                  <a:pt x="59601" y="0"/>
                </a:lnTo>
                <a:close/>
              </a:path>
            </a:pathLst>
          </a:custGeom>
          <a:solidFill>
            <a:schemeClr val="accent4">
              <a:alpha val="40784"/>
            </a:schemeClr>
          </a:soli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ge35c07f9d5_0_942"/>
          <p:cNvSpPr/>
          <p:nvPr/>
        </p:nvSpPr>
        <p:spPr>
          <a:xfrm rot="-2699792">
            <a:off x="500172" y="2785620"/>
            <a:ext cx="3499118" cy="78022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93245" y="0"/>
                </a:moveTo>
                <a:lnTo>
                  <a:pt x="120000" y="120000"/>
                </a:lnTo>
                <a:lnTo>
                  <a:pt x="26754" y="120000"/>
                </a:lnTo>
                <a:lnTo>
                  <a:pt x="0" y="0"/>
                </a:lnTo>
                <a:close/>
              </a:path>
            </a:pathLst>
          </a:custGeom>
          <a:solidFill>
            <a:schemeClr val="dk1">
              <a:alpha val="68627"/>
            </a:schemeClr>
          </a:soli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ge35c07f9d5_0_942"/>
          <p:cNvSpPr/>
          <p:nvPr/>
        </p:nvSpPr>
        <p:spPr>
          <a:xfrm>
            <a:off x="3450749" y="2214976"/>
            <a:ext cx="630000" cy="311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59304" y="0"/>
                </a:move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4">
              <a:alpha val="40784"/>
            </a:schemeClr>
          </a:soli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ge35c07f9d5_0_942"/>
          <p:cNvSpPr/>
          <p:nvPr/>
        </p:nvSpPr>
        <p:spPr>
          <a:xfrm rot="10800000">
            <a:off x="414208" y="3824932"/>
            <a:ext cx="634500" cy="31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120000" y="119999"/>
                </a:moveTo>
                <a:lnTo>
                  <a:pt x="0" y="119999"/>
                </a:lnTo>
                <a:lnTo>
                  <a:pt x="33993" y="50878"/>
                </a:lnTo>
                <a:lnTo>
                  <a:pt x="59601" y="0"/>
                </a:lnTo>
                <a:close/>
              </a:path>
            </a:pathLst>
          </a:custGeom>
          <a:solidFill>
            <a:schemeClr val="accent4">
              <a:alpha val="40784"/>
            </a:schemeClr>
          </a:soli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ge35c07f9d5_0_942"/>
          <p:cNvSpPr txBox="1">
            <a:spLocks noGrp="1"/>
          </p:cNvSpPr>
          <p:nvPr>
            <p:ph type="body" idx="2"/>
          </p:nvPr>
        </p:nvSpPr>
        <p:spPr>
          <a:xfrm rot="-2700000">
            <a:off x="1077631" y="2861802"/>
            <a:ext cx="2382243" cy="58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marR="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29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5" name="Google Shape;135;ge35c07f9d5_0_942"/>
          <p:cNvSpPr txBox="1">
            <a:spLocks noGrp="1"/>
          </p:cNvSpPr>
          <p:nvPr>
            <p:ph type="body" idx="3"/>
          </p:nvPr>
        </p:nvSpPr>
        <p:spPr>
          <a:xfrm rot="-2700000">
            <a:off x="2954977" y="2861802"/>
            <a:ext cx="2382243" cy="58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marR="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29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6" name="Google Shape;136;ge35c07f9d5_0_942"/>
          <p:cNvSpPr txBox="1">
            <a:spLocks noGrp="1"/>
          </p:cNvSpPr>
          <p:nvPr>
            <p:ph type="body" idx="4"/>
          </p:nvPr>
        </p:nvSpPr>
        <p:spPr>
          <a:xfrm rot="-2700000">
            <a:off x="4832324" y="2861802"/>
            <a:ext cx="2382243" cy="58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marR="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29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7" name="Google Shape;137;ge35c07f9d5_0_942"/>
          <p:cNvSpPr txBox="1">
            <a:spLocks noGrp="1"/>
          </p:cNvSpPr>
          <p:nvPr>
            <p:ph type="body" idx="5"/>
          </p:nvPr>
        </p:nvSpPr>
        <p:spPr>
          <a:xfrm rot="-2700000">
            <a:off x="6709670" y="2861802"/>
            <a:ext cx="2382243" cy="58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marR="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29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8" name="Google Shape;138;ge35c07f9d5_0_942"/>
          <p:cNvSpPr txBox="1">
            <a:spLocks noGrp="1"/>
          </p:cNvSpPr>
          <p:nvPr>
            <p:ph type="body" idx="6"/>
          </p:nvPr>
        </p:nvSpPr>
        <p:spPr>
          <a:xfrm rot="-2700000">
            <a:off x="8587014" y="2861802"/>
            <a:ext cx="2382243" cy="58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marR="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29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9" name="Google Shape;139;ge35c07f9d5_0_942"/>
          <p:cNvSpPr txBox="1">
            <a:spLocks noGrp="1"/>
          </p:cNvSpPr>
          <p:nvPr>
            <p:ph type="body" idx="7"/>
          </p:nvPr>
        </p:nvSpPr>
        <p:spPr>
          <a:xfrm>
            <a:off x="795544" y="4621157"/>
            <a:ext cx="50046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32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0" name="Google Shape;140;ge35c07f9d5_0_942"/>
          <p:cNvSpPr txBox="1">
            <a:spLocks noGrp="1"/>
          </p:cNvSpPr>
          <p:nvPr>
            <p:ph type="body" idx="8"/>
          </p:nvPr>
        </p:nvSpPr>
        <p:spPr>
          <a:xfrm>
            <a:off x="791839" y="5094200"/>
            <a:ext cx="5004600" cy="12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41" name="Google Shape;141;ge35c07f9d5_0_94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907626" y="4940635"/>
            <a:ext cx="5417400" cy="3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ge35c07f9d5_0_942"/>
          <p:cNvSpPr txBox="1">
            <a:spLocks noGrp="1"/>
          </p:cNvSpPr>
          <p:nvPr>
            <p:ph type="body" idx="9"/>
          </p:nvPr>
        </p:nvSpPr>
        <p:spPr>
          <a:xfrm>
            <a:off x="6293565" y="4621157"/>
            <a:ext cx="50046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32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3" name="Google Shape;143;ge35c07f9d5_0_942"/>
          <p:cNvSpPr txBox="1">
            <a:spLocks noGrp="1"/>
          </p:cNvSpPr>
          <p:nvPr>
            <p:ph type="body" idx="13"/>
          </p:nvPr>
        </p:nvSpPr>
        <p:spPr>
          <a:xfrm>
            <a:off x="6289860" y="5094200"/>
            <a:ext cx="5004600" cy="12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0461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25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3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3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3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3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3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750"/>
                            </p:stCondLst>
                            <p:childTnLst>
                              <p:par>
                                <p:cTn id="7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25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2000"/>
                            </p:stCondLst>
                            <p:childTnLst>
                              <p:par>
                                <p:cTn id="7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25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250"/>
                            </p:stCondLst>
                            <p:childTnLst>
                              <p:par>
                                <p:cTn id="8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3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3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3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3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3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3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3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3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2750"/>
                            </p:stCondLst>
                            <p:childTnLst>
                              <p:par>
                                <p:cTn id="1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25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3000"/>
                            </p:stCondLst>
                            <p:childTnLst>
                              <p:par>
                                <p:cTn id="1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25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3250"/>
                            </p:stCondLst>
                            <p:childTnLst>
                              <p:par>
                                <p:cTn id="1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1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1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1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1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1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1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1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1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3750"/>
                            </p:stCondLst>
                            <p:childTnLst>
                              <p:par>
                                <p:cTn id="1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25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4000"/>
                            </p:stCondLst>
                            <p:childTnLst>
                              <p:par>
                                <p:cTn id="15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25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4250"/>
                            </p:stCondLst>
                            <p:childTnLst>
                              <p:par>
                                <p:cTn id="15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1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13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13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13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13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13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13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13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13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4750"/>
                            </p:stCondLst>
                            <p:childTnLst>
                              <p:par>
                                <p:cTn id="18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25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>
                            <p:stCondLst>
                              <p:cond delay="5000"/>
                            </p:stCondLst>
                            <p:childTnLst>
                              <p:par>
                                <p:cTn id="19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25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5250"/>
                            </p:stCondLst>
                            <p:childTnLst>
                              <p:par>
                                <p:cTn id="19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1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13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500"/>
                                        <p:tgtEl>
                                          <p:spTgt spid="13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13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500"/>
                                        <p:tgtEl>
                                          <p:spTgt spid="13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500"/>
                                        <p:tgtEl>
                                          <p:spTgt spid="13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500"/>
                                        <p:tgtEl>
                                          <p:spTgt spid="13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500"/>
                                        <p:tgtEl>
                                          <p:spTgt spid="13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500"/>
                                        <p:tgtEl>
                                          <p:spTgt spid="13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7" fill="hold">
                            <p:stCondLst>
                              <p:cond delay="5750"/>
                            </p:stCondLst>
                            <p:childTnLst>
                              <p:par>
                                <p:cTn id="2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25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1" fill="hold">
                            <p:stCondLst>
                              <p:cond delay="6000"/>
                            </p:stCondLst>
                            <p:childTnLst>
                              <p:par>
                                <p:cTn id="2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500"/>
                                        <p:tgtEl>
                                          <p:spTgt spid="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5" fill="hold">
                            <p:stCondLst>
                              <p:cond delay="6500"/>
                            </p:stCondLst>
                            <p:childTnLst>
                              <p:par>
                                <p:cTn id="2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500"/>
                                        <p:tgtEl>
                                          <p:spTgt spid="1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9" fill="hold">
                            <p:stCondLst>
                              <p:cond delay="7000"/>
                            </p:stCondLst>
                            <p:childTnLst>
                              <p:par>
                                <p:cTn id="2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500"/>
                                        <p:tgtEl>
                                          <p:spTgt spid="1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3" fill="hold">
                            <p:stCondLst>
                              <p:cond delay="7500"/>
                            </p:stCondLst>
                            <p:childTnLst>
                              <p:par>
                                <p:cTn id="2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500"/>
                                        <p:tgtEl>
                                          <p:spTgt spid="1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7" fill="hold">
                            <p:stCondLst>
                              <p:cond delay="8000"/>
                            </p:stCondLst>
                            <p:childTnLst>
                              <p:par>
                                <p:cTn id="24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0" dur="500"/>
                                        <p:tgtEl>
                                          <p:spTgt spid="1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1" fill="hold">
                            <p:stCondLst>
                              <p:cond delay="8500"/>
                            </p:stCondLst>
                            <p:childTnLst>
                              <p:par>
                                <p:cTn id="25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4" dur="500"/>
                                        <p:tgtEl>
                                          <p:spTgt spid="1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>
                            <p:stCondLst>
                              <p:cond delay="9000"/>
                            </p:stCondLst>
                            <p:childTnLst>
                              <p:par>
                                <p:cTn id="25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8" dur="500"/>
                                        <p:tgtEl>
                                          <p:spTgt spid="1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9" fill="hold">
                            <p:stCondLst>
                              <p:cond delay="9500"/>
                            </p:stCondLst>
                            <p:childTnLst>
                              <p:par>
                                <p:cTn id="26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500"/>
                                        <p:tgtEl>
                                          <p:spTgt spid="1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3" fill="hold">
                            <p:stCondLst>
                              <p:cond delay="10000"/>
                            </p:stCondLst>
                            <p:childTnLst>
                              <p:par>
                                <p:cTn id="26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6" dur="500"/>
                                        <p:tgtEl>
                                          <p:spTgt spid="1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7" fill="hold">
                            <p:stCondLst>
                              <p:cond delay="10500"/>
                            </p:stCondLst>
                            <p:childTnLst>
                              <p:par>
                                <p:cTn id="26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0" dur="1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1" fill="hold">
                            <p:stCondLst>
                              <p:cond delay="11500"/>
                            </p:stCondLst>
                            <p:childTnLst>
                              <p:par>
                                <p:cTn id="27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4" dur="750"/>
                                        <p:tgtEl>
                                          <p:spTgt spid="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5" fill="hold">
                            <p:stCondLst>
                              <p:cond delay="12250"/>
                            </p:stCondLst>
                            <p:childTnLst>
                              <p:par>
                                <p:cTn id="27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8" dur="750"/>
                                        <p:tgtEl>
                                          <p:spTgt spid="14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9" fill="hold">
                            <p:stCondLst>
                              <p:cond delay="13000"/>
                            </p:stCondLst>
                            <p:childTnLst>
                              <p:par>
                                <p:cTn id="28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2" dur="750"/>
                                        <p:tgtEl>
                                          <p:spTgt spid="14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3" fill="hold">
                            <p:stCondLst>
                              <p:cond delay="13750"/>
                            </p:stCondLst>
                            <p:childTnLst>
                              <p:par>
                                <p:cTn id="28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6" dur="750"/>
                                        <p:tgtEl>
                                          <p:spTgt spid="14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7" fill="hold">
                            <p:stCondLst>
                              <p:cond delay="14500"/>
                            </p:stCondLst>
                            <p:childTnLst>
                              <p:par>
                                <p:cTn id="28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0" dur="750"/>
                                        <p:tgtEl>
                                          <p:spTgt spid="14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1" fill="hold">
                            <p:stCondLst>
                              <p:cond delay="15250"/>
                            </p:stCondLst>
                            <p:childTnLst>
                              <p:par>
                                <p:cTn id="29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4" dur="750"/>
                                        <p:tgtEl>
                                          <p:spTgt spid="14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5" fill="hold">
                            <p:stCondLst>
                              <p:cond delay="16000"/>
                            </p:stCondLst>
                            <p:childTnLst>
                              <p:par>
                                <p:cTn id="29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8" dur="750"/>
                                        <p:tgtEl>
                                          <p:spTgt spid="14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9" fill="hold">
                            <p:stCondLst>
                              <p:cond delay="16750"/>
                            </p:stCondLst>
                            <p:childTnLst>
                              <p:par>
                                <p:cTn id="30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2" dur="750"/>
                                        <p:tgtEl>
                                          <p:spTgt spid="14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3" fill="hold">
                            <p:stCondLst>
                              <p:cond delay="17500"/>
                            </p:stCondLst>
                            <p:childTnLst>
                              <p:par>
                                <p:cTn id="30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6" dur="750"/>
                                        <p:tgtEl>
                                          <p:spTgt spid="14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7" fill="hold">
                            <p:stCondLst>
                              <p:cond delay="18250"/>
                            </p:stCondLst>
                            <p:childTnLst>
                              <p:par>
                                <p:cTn id="30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0" dur="500"/>
                                        <p:tgtEl>
                                          <p:spTgt spid="1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1" fill="hold">
                            <p:stCondLst>
                              <p:cond delay="18750"/>
                            </p:stCondLst>
                            <p:childTnLst>
                              <p:par>
                                <p:cTn id="3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4" dur="500"/>
                                        <p:tgtEl>
                                          <p:spTgt spid="14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5" fill="hold">
                            <p:stCondLst>
                              <p:cond delay="19250"/>
                            </p:stCondLst>
                            <p:childTnLst>
                              <p:par>
                                <p:cTn id="3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8" dur="500"/>
                                        <p:tgtEl>
                                          <p:spTgt spid="14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9" fill="hold">
                            <p:stCondLst>
                              <p:cond delay="19750"/>
                            </p:stCondLst>
                            <p:childTnLst>
                              <p:par>
                                <p:cTn id="3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2" dur="500"/>
                                        <p:tgtEl>
                                          <p:spTgt spid="14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3" fill="hold">
                            <p:stCondLst>
                              <p:cond delay="20250"/>
                            </p:stCondLst>
                            <p:childTnLst>
                              <p:par>
                                <p:cTn id="3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6" dur="500"/>
                                        <p:tgtEl>
                                          <p:spTgt spid="14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7" fill="hold">
                            <p:stCondLst>
                              <p:cond delay="20750"/>
                            </p:stCondLst>
                            <p:childTnLst>
                              <p:par>
                                <p:cTn id="3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0" dur="500"/>
                                        <p:tgtEl>
                                          <p:spTgt spid="14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1" fill="hold">
                            <p:stCondLst>
                              <p:cond delay="21250"/>
                            </p:stCondLst>
                            <p:childTnLst>
                              <p:par>
                                <p:cTn id="3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4" dur="500"/>
                                        <p:tgtEl>
                                          <p:spTgt spid="14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5" fill="hold">
                            <p:stCondLst>
                              <p:cond delay="21750"/>
                            </p:stCondLst>
                            <p:childTnLst>
                              <p:par>
                                <p:cTn id="3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8" dur="500"/>
                                        <p:tgtEl>
                                          <p:spTgt spid="14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9" fill="hold">
                            <p:stCondLst>
                              <p:cond delay="22250"/>
                            </p:stCondLst>
                            <p:childTnLst>
                              <p:par>
                                <p:cTn id="3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2" dur="500"/>
                                        <p:tgtEl>
                                          <p:spTgt spid="14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3" fill="hold">
                            <p:stCondLst>
                              <p:cond delay="22750"/>
                            </p:stCondLst>
                            <p:childTnLst>
                              <p:par>
                                <p:cTn id="3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6" dur="750"/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7" fill="hold">
                            <p:stCondLst>
                              <p:cond delay="23500"/>
                            </p:stCondLst>
                            <p:childTnLst>
                              <p:par>
                                <p:cTn id="34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0" dur="750"/>
                                        <p:tgtEl>
                                          <p:spTgt spid="14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1" fill="hold">
                            <p:stCondLst>
                              <p:cond delay="24250"/>
                            </p:stCondLst>
                            <p:childTnLst>
                              <p:par>
                                <p:cTn id="35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4" dur="750"/>
                                        <p:tgtEl>
                                          <p:spTgt spid="14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5" fill="hold">
                            <p:stCondLst>
                              <p:cond delay="25000"/>
                            </p:stCondLst>
                            <p:childTnLst>
                              <p:par>
                                <p:cTn id="35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8" dur="750"/>
                                        <p:tgtEl>
                                          <p:spTgt spid="14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9" fill="hold">
                            <p:stCondLst>
                              <p:cond delay="25750"/>
                            </p:stCondLst>
                            <p:childTnLst>
                              <p:par>
                                <p:cTn id="36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2" dur="750"/>
                                        <p:tgtEl>
                                          <p:spTgt spid="14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3" fill="hold">
                            <p:stCondLst>
                              <p:cond delay="26500"/>
                            </p:stCondLst>
                            <p:childTnLst>
                              <p:par>
                                <p:cTn id="36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6" dur="750"/>
                                        <p:tgtEl>
                                          <p:spTgt spid="14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7" fill="hold">
                            <p:stCondLst>
                              <p:cond delay="27250"/>
                            </p:stCondLst>
                            <p:childTnLst>
                              <p:par>
                                <p:cTn id="36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0" dur="750"/>
                                        <p:tgtEl>
                                          <p:spTgt spid="14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1" fill="hold">
                            <p:stCondLst>
                              <p:cond delay="28000"/>
                            </p:stCondLst>
                            <p:childTnLst>
                              <p:par>
                                <p:cTn id="37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4" dur="750"/>
                                        <p:tgtEl>
                                          <p:spTgt spid="14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5" fill="hold">
                            <p:stCondLst>
                              <p:cond delay="28750"/>
                            </p:stCondLst>
                            <p:childTnLst>
                              <p:par>
                                <p:cTn id="37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8" dur="750"/>
                                        <p:tgtEl>
                                          <p:spTgt spid="14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Layout" preserve="1">
  <p:cSld name="Agenda Layout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5654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jpe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>
          <a:blip r:embed="rId21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sldNum" idx="12"/>
          </p:nvPr>
        </p:nvSpPr>
        <p:spPr>
          <a:xfrm>
            <a:off x="11089821" y="6404293"/>
            <a:ext cx="264000" cy="2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0703334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jpeg"/><Relationship Id="rId4" Type="http://schemas.openxmlformats.org/officeDocument/2006/relationships/image" Target="../media/image33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emf"/><Relationship Id="rId4" Type="http://schemas.openxmlformats.org/officeDocument/2006/relationships/oleObject" Target="../embeddings/oleObject2.bin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13468" y="2235150"/>
            <a:ext cx="9144000" cy="2387700"/>
          </a:xfrm>
        </p:spPr>
        <p:txBody>
          <a:bodyPr>
            <a:normAutofit fontScale="90000"/>
          </a:bodyPr>
          <a:lstStyle/>
          <a:p>
            <a:r>
              <a:rPr lang="fr-FR" sz="3600" dirty="0">
                <a:solidFill>
                  <a:srgbClr val="C00000"/>
                </a:solidFill>
              </a:rPr>
              <a:t>Chapitre 10</a:t>
            </a:r>
            <a:br>
              <a:rPr lang="fr-FR" sz="4800" dirty="0">
                <a:solidFill>
                  <a:srgbClr val="C00000"/>
                </a:solidFill>
              </a:rPr>
            </a:br>
            <a:r>
              <a:rPr lang="fr-FR" sz="4800" dirty="0">
                <a:latin typeface="Garamond" panose="02020404030301010803" pitchFamily="18" charset="0"/>
              </a:rPr>
              <a:t>Le protocole de routage dynamique OSPF</a:t>
            </a:r>
            <a:br>
              <a:rPr lang="fr-FR" sz="4800" dirty="0">
                <a:latin typeface="Garamond" panose="02020404030301010803" pitchFamily="18" charset="0"/>
              </a:rPr>
            </a:br>
            <a:r>
              <a:rPr lang="fr-FR" sz="4800" dirty="0">
                <a:latin typeface="Garamond" panose="02020404030301010803" pitchFamily="18" charset="0"/>
              </a:rPr>
              <a:t>‘Open </a:t>
            </a:r>
            <a:r>
              <a:rPr lang="fr-FR" sz="4800" dirty="0" err="1">
                <a:latin typeface="Garamond" panose="02020404030301010803" pitchFamily="18" charset="0"/>
              </a:rPr>
              <a:t>Shortest</a:t>
            </a:r>
            <a:r>
              <a:rPr lang="fr-FR" sz="4800" dirty="0">
                <a:latin typeface="Garamond" panose="02020404030301010803" pitchFamily="18" charset="0"/>
              </a:rPr>
              <a:t> Path First’</a:t>
            </a:r>
            <a:br>
              <a:rPr lang="fr-FR" sz="4800" dirty="0"/>
            </a:br>
            <a:endParaRPr lang="en-US" sz="4800" dirty="0">
              <a:solidFill>
                <a:srgbClr val="C00000"/>
              </a:solidFill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body" idx="1"/>
          </p:nvPr>
        </p:nvSpPr>
        <p:spPr>
          <a:xfrm>
            <a:off x="1524000" y="4074309"/>
            <a:ext cx="9144000" cy="1655700"/>
          </a:xfrm>
        </p:spPr>
        <p:txBody>
          <a:bodyPr>
            <a:normAutofit fontScale="92500" lnSpcReduction="20000"/>
          </a:bodyPr>
          <a:lstStyle/>
          <a:p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Module: Infrastructure des réseaux IP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fr-FR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ème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Année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2025/2026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1258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id="{CB7CD32A-4A59-4C6D-BA3E-904BF2C0B4D1}"/>
              </a:ext>
            </a:extLst>
          </p:cNvPr>
          <p:cNvSpPr txBox="1">
            <a:spLocks/>
          </p:cNvSpPr>
          <p:nvPr/>
        </p:nvSpPr>
        <p:spPr>
          <a:xfrm>
            <a:off x="1303768" y="41456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675063" indent="-3675063" algn="just"/>
            <a:r>
              <a:rPr lang="fr-FR" sz="4000" b="1" dirty="0">
                <a:solidFill>
                  <a:srgbClr val="C00000"/>
                </a:solidFill>
                <a:latin typeface="Garamond" panose="02020404030301010803" pitchFamily="18" charset="0"/>
              </a:rPr>
              <a:t>Acquis d’apprentissage</a:t>
            </a:r>
            <a:endParaRPr lang="fr-FR" sz="4000" dirty="0">
              <a:solidFill>
                <a:srgbClr val="C00000"/>
              </a:solidFill>
              <a:latin typeface="Garamond" panose="02020404030301010803" pitchFamily="18" charset="0"/>
            </a:endParaRPr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3F948757-6649-42CD-8C89-1D593A629C6D}"/>
              </a:ext>
            </a:extLst>
          </p:cNvPr>
          <p:cNvSpPr txBox="1">
            <a:spLocks/>
          </p:cNvSpPr>
          <p:nvPr/>
        </p:nvSpPr>
        <p:spPr>
          <a:xfrm>
            <a:off x="948101" y="1557774"/>
            <a:ext cx="10738341" cy="4342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95325" indent="-342900" defTabSz="633413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633413" algn="l"/>
              </a:tabLst>
            </a:pPr>
            <a:r>
              <a:rPr lang="fr-FR" sz="2400" dirty="0">
                <a:solidFill>
                  <a:srgbClr val="000000"/>
                </a:solidFill>
                <a:latin typeface="Garamond" panose="02020404030301010803" pitchFamily="18" charset="0"/>
                <a:cs typeface="Angsana New" panose="020B0502040204020203" pitchFamily="18" charset="-34"/>
              </a:rPr>
              <a:t>Distinguer les différents types de routage dynamique</a:t>
            </a:r>
          </a:p>
          <a:p>
            <a:pPr marL="695325" indent="-342900" defTabSz="633413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633413" algn="l"/>
              </a:tabLst>
            </a:pPr>
            <a:r>
              <a:rPr lang="fr-FR" sz="2400" dirty="0">
                <a:solidFill>
                  <a:srgbClr val="000000"/>
                </a:solidFill>
                <a:latin typeface="Garamond" panose="02020404030301010803" pitchFamily="18" charset="0"/>
                <a:cs typeface="Angsana New" panose="020B0502040204020203" pitchFamily="18" charset="-34"/>
              </a:rPr>
              <a:t>Enumérer les avantages et les inconvénients du routage dynamique</a:t>
            </a:r>
          </a:p>
          <a:p>
            <a:pPr marL="695325" indent="-342900" defTabSz="633413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633413" algn="l"/>
              </a:tabLst>
            </a:pPr>
            <a:r>
              <a:rPr lang="fr-FR" sz="2400" dirty="0">
                <a:solidFill>
                  <a:srgbClr val="000000"/>
                </a:solidFill>
                <a:latin typeface="Garamond" panose="02020404030301010803" pitchFamily="18" charset="0"/>
                <a:cs typeface="Angsana New" panose="020B0502040204020203" pitchFamily="18" charset="-34"/>
              </a:rPr>
              <a:t>Distinguer  le fonctionnement du protocole OSPF</a:t>
            </a:r>
          </a:p>
          <a:p>
            <a:pPr marL="695325" indent="-342900" defTabSz="633413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633413" algn="l"/>
              </a:tabLst>
            </a:pPr>
            <a:r>
              <a:rPr lang="fr-FR" sz="2400" dirty="0">
                <a:latin typeface="Garamond" panose="02020404030301010803" pitchFamily="18" charset="0"/>
                <a:cs typeface="Angsana New" panose="020B0502040204020203" pitchFamily="18" charset="-34"/>
              </a:rPr>
              <a:t>Décrire les types de messages OSPF utilisés par les routeurs pour établir et maintenir les routes OSPF</a:t>
            </a:r>
          </a:p>
          <a:p>
            <a:pPr marL="695325" indent="-342900" defTabSz="633413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633413" algn="l"/>
              </a:tabLst>
            </a:pPr>
            <a:r>
              <a:rPr lang="fr-FR" sz="2400" dirty="0">
                <a:latin typeface="Garamond" panose="02020404030301010803" pitchFamily="18" charset="0"/>
                <a:cs typeface="Angsana New" panose="020B0502040204020203" pitchFamily="18" charset="-34"/>
              </a:rPr>
              <a:t>Configurer le protocole OSPF point à point zone unique</a:t>
            </a:r>
          </a:p>
          <a:p>
            <a:pPr marL="695325" indent="-342900" defTabSz="633413">
              <a:lnSpc>
                <a:spcPct val="100000"/>
              </a:lnSpc>
              <a:buFont typeface="Wingdings" panose="05000000000000000000" pitchFamily="2" charset="2"/>
              <a:buChar char="Ø"/>
              <a:tabLst>
                <a:tab pos="633413" algn="l"/>
              </a:tabLst>
            </a:pPr>
            <a:endParaRPr lang="fr-FR" sz="2400" dirty="0">
              <a:latin typeface="Garamond" panose="02020404030301010803" pitchFamily="18" charset="0"/>
            </a:endParaRPr>
          </a:p>
          <a:p>
            <a:pPr marL="352425" indent="0" defTabSz="633413">
              <a:lnSpc>
                <a:spcPct val="100000"/>
              </a:lnSpc>
              <a:buNone/>
              <a:tabLst>
                <a:tab pos="633413" algn="l"/>
              </a:tabLst>
            </a:pPr>
            <a:endParaRPr lang="fr-FR" sz="2400" dirty="0">
              <a:latin typeface="Garamond" panose="02020404030301010803" pitchFamily="18" charset="0"/>
            </a:endParaRPr>
          </a:p>
          <a:p>
            <a:pPr marL="352425" indent="0" defTabSz="633413">
              <a:lnSpc>
                <a:spcPct val="100000"/>
              </a:lnSpc>
              <a:buNone/>
              <a:tabLst>
                <a:tab pos="633413" algn="l"/>
              </a:tabLst>
            </a:pPr>
            <a:endParaRPr lang="fr-FR" sz="2400" dirty="0">
              <a:latin typeface="Garamond" panose="02020404030301010803" pitchFamily="18" charset="0"/>
            </a:endParaRP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8350F7EB-7ABB-4E4E-A415-3672335FFF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DE1BBAD-DDBB-423B-940E-F198F3FCA223}" type="slidenum">
              <a:rPr lang="fr-FR" smtClean="0"/>
              <a:pPr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2358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id="{CB7CD32A-4A59-4C6D-BA3E-904BF2C0B4D1}"/>
              </a:ext>
            </a:extLst>
          </p:cNvPr>
          <p:cNvSpPr txBox="1">
            <a:spLocks/>
          </p:cNvSpPr>
          <p:nvPr/>
        </p:nvSpPr>
        <p:spPr>
          <a:xfrm>
            <a:off x="832336" y="19948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675063" indent="-3675063" algn="just"/>
            <a:r>
              <a:rPr lang="fr-FR" sz="4000" b="1" dirty="0">
                <a:solidFill>
                  <a:srgbClr val="C00000"/>
                </a:solidFill>
                <a:latin typeface="Garamond" panose="02020404030301010803" pitchFamily="18" charset="0"/>
              </a:rPr>
              <a:t>    Plan du cours</a:t>
            </a:r>
            <a:endParaRPr lang="fr-FR" sz="4000" dirty="0">
              <a:solidFill>
                <a:srgbClr val="C00000"/>
              </a:solidFill>
              <a:latin typeface="Garamond" panose="02020404030301010803" pitchFamily="18" charset="0"/>
            </a:endParaRPr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3F948757-6649-42CD-8C89-1D593A629C6D}"/>
              </a:ext>
            </a:extLst>
          </p:cNvPr>
          <p:cNvSpPr txBox="1">
            <a:spLocks/>
          </p:cNvSpPr>
          <p:nvPr/>
        </p:nvSpPr>
        <p:spPr>
          <a:xfrm>
            <a:off x="621323" y="1718475"/>
            <a:ext cx="10738341" cy="34210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14388" indent="-461963" defTabSz="633413">
              <a:buFont typeface="Wingdings" panose="05000000000000000000" pitchFamily="2" charset="2"/>
              <a:buChar char="Ø"/>
              <a:tabLst>
                <a:tab pos="633413" algn="l"/>
              </a:tabLst>
            </a:pPr>
            <a:r>
              <a:rPr lang="fr-FR" sz="2400" dirty="0">
                <a:solidFill>
                  <a:srgbClr val="000000"/>
                </a:solidFill>
                <a:latin typeface="Garamond" panose="02020404030301010803" pitchFamily="18" charset="0"/>
                <a:cs typeface="Angsana New" panose="020B0502040204020203" pitchFamily="18" charset="-34"/>
              </a:rPr>
              <a:t>Décrire le fonctionnement du routage dynamique</a:t>
            </a:r>
          </a:p>
          <a:p>
            <a:pPr marL="814388" indent="-461963" defTabSz="633413">
              <a:buFont typeface="Wingdings" panose="05000000000000000000" pitchFamily="2" charset="2"/>
              <a:buChar char="Ø"/>
              <a:tabLst>
                <a:tab pos="633413" algn="l"/>
              </a:tabLst>
            </a:pPr>
            <a:r>
              <a:rPr lang="fr-FR" sz="2400" dirty="0">
                <a:solidFill>
                  <a:srgbClr val="000000"/>
                </a:solidFill>
                <a:latin typeface="Garamond" panose="02020404030301010803" pitchFamily="18" charset="0"/>
                <a:cs typeface="Angsana New" panose="020B0502040204020203" pitchFamily="18" charset="-34"/>
              </a:rPr>
              <a:t>Classification des protocoles de routage </a:t>
            </a:r>
          </a:p>
          <a:p>
            <a:pPr marL="814388" indent="-461963" defTabSz="633413">
              <a:buFont typeface="Wingdings" panose="05000000000000000000" pitchFamily="2" charset="2"/>
              <a:buChar char="Ø"/>
              <a:tabLst>
                <a:tab pos="633413" algn="l"/>
              </a:tabLst>
            </a:pPr>
            <a:r>
              <a:rPr lang="fr-FR" sz="2400" dirty="0">
                <a:solidFill>
                  <a:srgbClr val="000000"/>
                </a:solidFill>
                <a:latin typeface="Garamond" panose="02020404030301010803" pitchFamily="18" charset="0"/>
                <a:cs typeface="Angsana New" panose="020B0502040204020203" pitchFamily="18" charset="-34"/>
              </a:rPr>
              <a:t>Présentation du protocole OSPF</a:t>
            </a:r>
          </a:p>
          <a:p>
            <a:pPr marL="814388" indent="-461963" defTabSz="633413">
              <a:buFont typeface="Wingdings" panose="05000000000000000000" pitchFamily="2" charset="2"/>
              <a:buChar char="Ø"/>
              <a:tabLst>
                <a:tab pos="633413" algn="l"/>
              </a:tabLst>
            </a:pPr>
            <a:r>
              <a:rPr lang="fr-FR" sz="2400" dirty="0">
                <a:solidFill>
                  <a:srgbClr val="000000"/>
                </a:solidFill>
                <a:latin typeface="Garamond" panose="02020404030301010803" pitchFamily="18" charset="0"/>
                <a:cs typeface="Angsana New" panose="020B0502040204020203" pitchFamily="18" charset="-34"/>
              </a:rPr>
              <a:t>Description des messages LSP</a:t>
            </a:r>
          </a:p>
          <a:p>
            <a:pPr marL="814388" indent="-461963" defTabSz="633413">
              <a:buFont typeface="Wingdings" panose="05000000000000000000" pitchFamily="2" charset="2"/>
              <a:buChar char="Ø"/>
              <a:tabLst>
                <a:tab pos="633413" algn="l"/>
              </a:tabLst>
            </a:pPr>
            <a:r>
              <a:rPr lang="fr-FR" sz="2400" dirty="0">
                <a:solidFill>
                  <a:srgbClr val="000000"/>
                </a:solidFill>
                <a:latin typeface="Garamond" panose="02020404030301010803" pitchFamily="18" charset="0"/>
                <a:cs typeface="Angsana New" panose="020B0502040204020203" pitchFamily="18" charset="-34"/>
              </a:rPr>
              <a:t>Configuration du router-id et de l’annonce des réseaux</a:t>
            </a:r>
          </a:p>
          <a:p>
            <a:pPr marL="814388" indent="-461963" defTabSz="633413">
              <a:buFont typeface="Wingdings" panose="05000000000000000000" pitchFamily="2" charset="2"/>
              <a:buChar char="Ø"/>
              <a:tabLst>
                <a:tab pos="633413" algn="l"/>
              </a:tabLst>
            </a:pPr>
            <a:r>
              <a:rPr lang="fr-FR" sz="2400" dirty="0">
                <a:solidFill>
                  <a:srgbClr val="000000"/>
                </a:solidFill>
                <a:latin typeface="Garamond" panose="02020404030301010803" pitchFamily="18" charset="0"/>
                <a:cs typeface="Angsana New" panose="020B0502040204020203" pitchFamily="18" charset="-34"/>
              </a:rPr>
              <a:t>Vérification de la configuration</a:t>
            </a:r>
            <a:endParaRPr lang="fr-FR" sz="2400" dirty="0">
              <a:latin typeface="Garamond" panose="02020404030301010803" pitchFamily="18" charset="0"/>
            </a:endParaRPr>
          </a:p>
          <a:p>
            <a:pPr marL="814388" indent="-461963" defTabSz="633413">
              <a:buFont typeface="Wingdings" panose="05000000000000000000" pitchFamily="2" charset="2"/>
              <a:buChar char="Ø"/>
              <a:tabLst>
                <a:tab pos="633413" algn="l"/>
              </a:tabLst>
            </a:pPr>
            <a:endParaRPr lang="fr-FR" sz="2400" dirty="0">
              <a:latin typeface="Garamond" panose="02020404030301010803" pitchFamily="18" charset="0"/>
            </a:endParaRPr>
          </a:p>
          <a:p>
            <a:pPr marL="352425" indent="0" algn="just" defTabSz="633413">
              <a:buNone/>
            </a:pPr>
            <a:endParaRPr lang="fr-FR" sz="500" dirty="0"/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DA54E016-8DFC-471C-9604-D951A84B9D73}"/>
              </a:ext>
            </a:extLst>
          </p:cNvPr>
          <p:cNvSpPr txBox="1">
            <a:spLocks/>
          </p:cNvSpPr>
          <p:nvPr/>
        </p:nvSpPr>
        <p:spPr>
          <a:xfrm>
            <a:off x="832336" y="4940998"/>
            <a:ext cx="10515600" cy="1005498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indent="0" defTabSz="633413">
              <a:buNone/>
              <a:tabLst>
                <a:tab pos="633413" algn="l"/>
              </a:tabLst>
            </a:pPr>
            <a:endParaRPr lang="fr-FR" sz="9600" dirty="0">
              <a:latin typeface="Garamond" panose="02020404030301010803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fr-FR" sz="2400" dirty="0"/>
              <a:t> 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8350F7EB-7ABB-4E4E-A415-3672335FFF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DE1BBAD-DDBB-423B-940E-F198F3FCA223}" type="slidenum">
              <a:rPr lang="fr-FR" smtClean="0"/>
              <a:pPr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669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800" dirty="0"/>
              <a:t>Partie 1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sz="4000" b="1" dirty="0">
                <a:solidFill>
                  <a:srgbClr val="C00000"/>
                </a:solidFill>
                <a:latin typeface="Times New Roman" panose="02020603050405020304" pitchFamily="18" charset="0"/>
                <a:ea typeface="Adobe Gothic Std B" pitchFamily="34" charset="-128"/>
                <a:cs typeface="Times New Roman" panose="02020603050405020304" pitchFamily="18" charset="0"/>
              </a:rPr>
              <a:t>Fonction des protocoles de routage dynamique</a:t>
            </a:r>
            <a:r>
              <a:rPr lang="fr-CA" sz="4000" b="1" dirty="0">
                <a:solidFill>
                  <a:srgbClr val="C00000"/>
                </a:solidFill>
                <a:latin typeface="Times New Roman" panose="02020603050405020304" pitchFamily="18" charset="0"/>
                <a:ea typeface="Adobe Gothic Std B" pitchFamily="34" charset="-128"/>
                <a:cs typeface="Times New Roman" panose="02020603050405020304" pitchFamily="18" charset="0"/>
              </a:rPr>
              <a:t> </a:t>
            </a:r>
            <a:endParaRPr lang="fr-FR" sz="4000" dirty="0">
              <a:solidFill>
                <a:srgbClr val="C00000"/>
              </a:solidFill>
            </a:endParaRPr>
          </a:p>
          <a:p>
            <a:endParaRPr lang="fr-FR" sz="3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79473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E09CEA-399B-4FA4-8C52-28521C3A4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768" y="214313"/>
            <a:ext cx="10515600" cy="750483"/>
          </a:xfrm>
        </p:spPr>
        <p:txBody>
          <a:bodyPr>
            <a:noAutofit/>
          </a:bodyPr>
          <a:lstStyle/>
          <a:p>
            <a:br>
              <a:rPr lang="fr-BE" sz="44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r>
              <a:rPr lang="fr-BE" sz="4400" dirty="0">
                <a:solidFill>
                  <a:srgbClr val="002060"/>
                </a:solidFill>
                <a:latin typeface="Garamond" panose="02020404030301010803" pitchFamily="18" charset="0"/>
              </a:rPr>
              <a:t>     </a:t>
            </a:r>
            <a:r>
              <a:rPr lang="fr-BE" sz="3600" b="1" kern="1200" dirty="0">
                <a:solidFill>
                  <a:srgbClr val="C00000"/>
                </a:solidFill>
                <a:latin typeface="Garamond" panose="02020404030301010803" pitchFamily="18" charset="0"/>
                <a:ea typeface="+mj-ea"/>
                <a:cs typeface="+mj-cs"/>
              </a:rPr>
              <a:t>Fonctions</a:t>
            </a:r>
            <a:r>
              <a:rPr lang="fr-BE" sz="4400" dirty="0">
                <a:solidFill>
                  <a:srgbClr val="002060"/>
                </a:solidFill>
                <a:latin typeface="Garamond" panose="02020404030301010803" pitchFamily="18" charset="0"/>
              </a:rPr>
              <a:t> </a:t>
            </a:r>
            <a:r>
              <a:rPr lang="fr-BE" sz="3600" b="1" kern="1200" dirty="0">
                <a:solidFill>
                  <a:srgbClr val="C00000"/>
                </a:solidFill>
                <a:latin typeface="Garamond" panose="02020404030301010803" pitchFamily="18" charset="0"/>
                <a:ea typeface="+mj-ea"/>
                <a:cs typeface="+mj-cs"/>
              </a:rPr>
              <a:t>des protocoles de routage dynamique</a:t>
            </a:r>
            <a:br>
              <a:rPr lang="fr-BE" sz="44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endParaRPr lang="fr-FR" sz="4400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6CA43C8-ED99-48A3-AE53-C80CB5D14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3104" y="1160745"/>
            <a:ext cx="11208346" cy="4754280"/>
          </a:xfrm>
        </p:spPr>
        <p:txBody>
          <a:bodyPr>
            <a:normAutofit fontScale="92500" lnSpcReduction="10000"/>
          </a:bodyPr>
          <a:lstStyle/>
          <a:p>
            <a:pPr marL="682600" lvl="1" indent="-334945" algn="just" defTabSz="682600">
              <a:spcBef>
                <a:spcPct val="35000"/>
              </a:spcBef>
              <a:buClr>
                <a:srgbClr val="708CA1"/>
              </a:buClr>
              <a:buFont typeface="Arial"/>
              <a:buChar char="•"/>
            </a:pPr>
            <a:r>
              <a:rPr lang="fr-BE" sz="2600" dirty="0">
                <a:solidFill>
                  <a:srgbClr val="000000"/>
                </a:solidFill>
                <a:latin typeface="Garamond" panose="02020404030301010803" pitchFamily="18" charset="0"/>
              </a:rPr>
              <a:t>Utilisés pour faciliter l'échange d'informations de routage entre les routeurs</a:t>
            </a:r>
          </a:p>
          <a:p>
            <a:pPr marL="682600" lvl="1" indent="-334945" algn="just" defTabSz="682600">
              <a:spcBef>
                <a:spcPct val="35000"/>
              </a:spcBef>
              <a:buClr>
                <a:srgbClr val="708CA1"/>
              </a:buClr>
              <a:buFont typeface="Arial"/>
              <a:buChar char="•"/>
            </a:pPr>
            <a:r>
              <a:rPr lang="fr-BE" sz="2600" dirty="0">
                <a:solidFill>
                  <a:srgbClr val="000000"/>
                </a:solidFill>
                <a:latin typeface="Garamond" panose="02020404030301010803" pitchFamily="18" charset="0"/>
              </a:rPr>
              <a:t>Les routeurs sont </a:t>
            </a:r>
            <a:r>
              <a:rPr lang="fr-BE" sz="2600" dirty="0">
                <a:solidFill>
                  <a:srgbClr val="C00000"/>
                </a:solidFill>
                <a:latin typeface="Garamond" panose="02020404030301010803" pitchFamily="18" charset="0"/>
              </a:rPr>
              <a:t>autonomes</a:t>
            </a:r>
            <a:r>
              <a:rPr lang="fr-BE" sz="2600" dirty="0">
                <a:solidFill>
                  <a:srgbClr val="000000"/>
                </a:solidFill>
                <a:latin typeface="Garamond" panose="02020404030301010803" pitchFamily="18" charset="0"/>
              </a:rPr>
              <a:t> et remplissent leurs (TR) suite à un échange </a:t>
            </a:r>
            <a:r>
              <a:rPr lang="fr-BE" sz="2600" dirty="0">
                <a:solidFill>
                  <a:srgbClr val="C00000"/>
                </a:solidFill>
                <a:latin typeface="Garamond" panose="02020404030301010803" pitchFamily="18" charset="0"/>
              </a:rPr>
              <a:t>automatique/Dynamique</a:t>
            </a:r>
            <a:r>
              <a:rPr lang="fr-BE" sz="2600" dirty="0">
                <a:solidFill>
                  <a:srgbClr val="000000"/>
                </a:solidFill>
                <a:latin typeface="Garamond" panose="02020404030301010803" pitchFamily="18" charset="0"/>
              </a:rPr>
              <a:t> de messages et à l’activation </a:t>
            </a:r>
            <a:r>
              <a:rPr lang="fr-BE" sz="2600" dirty="0">
                <a:solidFill>
                  <a:srgbClr val="C00000"/>
                </a:solidFill>
                <a:latin typeface="Garamond" panose="02020404030301010803" pitchFamily="18" charset="0"/>
              </a:rPr>
              <a:t>d’algorithme de calcul de </a:t>
            </a:r>
            <a:r>
              <a:rPr lang="fr-BE" sz="2600">
                <a:solidFill>
                  <a:srgbClr val="C00000"/>
                </a:solidFill>
                <a:latin typeface="Garamond" panose="02020404030301010803" pitchFamily="18" charset="0"/>
              </a:rPr>
              <a:t>chemin optimal.</a:t>
            </a:r>
            <a:endParaRPr lang="fr-BE" sz="2600" dirty="0">
              <a:solidFill>
                <a:srgbClr val="C00000"/>
              </a:solidFill>
              <a:latin typeface="Garamond" panose="02020404030301010803" pitchFamily="18" charset="0"/>
            </a:endParaRPr>
          </a:p>
          <a:p>
            <a:pPr marL="682600" lvl="1" indent="-334945" algn="just" defTabSz="682600">
              <a:spcBef>
                <a:spcPct val="35000"/>
              </a:spcBef>
              <a:buClr>
                <a:srgbClr val="708CA1"/>
              </a:buClr>
              <a:buFont typeface="Arial"/>
              <a:buChar char="•"/>
            </a:pPr>
            <a:endParaRPr lang="fr-BE" sz="2600" dirty="0">
              <a:solidFill>
                <a:srgbClr val="C00000"/>
              </a:solidFill>
              <a:latin typeface="Garamond" panose="02020404030301010803" pitchFamily="18" charset="0"/>
            </a:endParaRPr>
          </a:p>
          <a:p>
            <a:pPr marL="236555" indent="-236555" algn="just" defTabSz="814365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Wingdings"/>
              <a:buChar char="§"/>
            </a:pPr>
            <a:r>
              <a:rPr lang="fr-BE" dirty="0">
                <a:latin typeface="Garamond" panose="02020404030301010803" pitchFamily="18" charset="0"/>
              </a:rPr>
              <a:t>Les protocoles de routage dynamique ont plusieurs fonctions, dont :</a:t>
            </a:r>
            <a:endParaRPr lang="en-US" dirty="0">
              <a:latin typeface="Garamond" panose="02020404030301010803" pitchFamily="18" charset="0"/>
            </a:endParaRPr>
          </a:p>
          <a:p>
            <a:pPr marL="681045" lvl="1" indent="-342900" algn="just" defTabSz="814365">
              <a:spcBef>
                <a:spcPct val="35000"/>
              </a:spcBef>
              <a:buClr>
                <a:srgbClr val="708CA1"/>
              </a:buClr>
              <a:buFont typeface="Arial"/>
              <a:buChar char="•"/>
            </a:pPr>
            <a:r>
              <a:rPr lang="fr-BE" sz="2600" dirty="0">
                <a:latin typeface="Garamond" panose="02020404030301010803" pitchFamily="18" charset="0"/>
              </a:rPr>
              <a:t>La détection des réseaux distants à travers les échanges des informations de routage</a:t>
            </a:r>
          </a:p>
          <a:p>
            <a:pPr marL="681045" lvl="1" indent="-342900" algn="just" defTabSz="814365">
              <a:spcBef>
                <a:spcPct val="35000"/>
              </a:spcBef>
              <a:buClr>
                <a:srgbClr val="708CA1"/>
              </a:buClr>
              <a:buFont typeface="Arial"/>
              <a:buChar char="•"/>
            </a:pPr>
            <a:r>
              <a:rPr lang="fr-BE" sz="2600" dirty="0">
                <a:latin typeface="Garamond" panose="02020404030301010803" pitchFamily="18" charset="0"/>
              </a:rPr>
              <a:t>Le choix du meilleur chemin vers des réseaux de destination</a:t>
            </a:r>
            <a:endParaRPr lang="en-US" sz="2600" dirty="0">
              <a:latin typeface="Garamond" panose="02020404030301010803" pitchFamily="18" charset="0"/>
            </a:endParaRPr>
          </a:p>
          <a:p>
            <a:pPr marL="681045" lvl="1" indent="-342900" algn="just" defTabSz="814365">
              <a:spcBef>
                <a:spcPct val="35000"/>
              </a:spcBef>
              <a:buClr>
                <a:srgbClr val="708CA1"/>
              </a:buClr>
              <a:buFont typeface="Arial"/>
              <a:buChar char="•"/>
            </a:pPr>
            <a:r>
              <a:rPr lang="fr-BE" sz="2600" dirty="0">
                <a:latin typeface="Garamond" panose="02020404030301010803" pitchFamily="18" charset="0"/>
              </a:rPr>
              <a:t>L'actualisation des informations de routage -&gt; Mise à jour des tables de routage</a:t>
            </a:r>
            <a:endParaRPr lang="en-US" sz="2600" dirty="0">
              <a:latin typeface="Garamond" panose="02020404030301010803" pitchFamily="18" charset="0"/>
            </a:endParaRPr>
          </a:p>
          <a:p>
            <a:pPr marL="681045" lvl="1" indent="-342900" algn="just" defTabSz="814365">
              <a:spcBef>
                <a:spcPct val="35000"/>
              </a:spcBef>
              <a:buClr>
                <a:srgbClr val="708CA1"/>
              </a:buClr>
              <a:buFont typeface="Arial"/>
              <a:buChar char="•"/>
            </a:pPr>
            <a:r>
              <a:rPr lang="fr-BE" sz="2600" dirty="0">
                <a:latin typeface="Garamond" panose="02020404030301010803" pitchFamily="18" charset="0"/>
              </a:rPr>
              <a:t>La capacité à trouver un nouveau meilleur chemin si le chemin actuel n'est plus disponible</a:t>
            </a:r>
          </a:p>
          <a:p>
            <a:pPr marL="682600" lvl="1" indent="-334945" algn="just" defTabSz="682600">
              <a:spcBef>
                <a:spcPct val="35000"/>
              </a:spcBef>
              <a:buClr>
                <a:srgbClr val="708CA1"/>
              </a:buClr>
              <a:buFont typeface="Arial"/>
              <a:buChar char="•"/>
            </a:pPr>
            <a:endParaRPr lang="fr-FR" sz="2000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E64811D-9D04-4201-A46A-DF29DBE0CC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DE1BBAD-DDBB-423B-940E-F198F3FCA223}" type="slidenum">
              <a:rPr lang="fr-FR" smtClean="0"/>
              <a:pPr/>
              <a:t>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1006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E09CEA-399B-4FA4-8C52-28521C3A4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623" y="410262"/>
            <a:ext cx="10515600" cy="750483"/>
          </a:xfrm>
        </p:spPr>
        <p:txBody>
          <a:bodyPr>
            <a:noAutofit/>
          </a:bodyPr>
          <a:lstStyle/>
          <a:p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  <a:t>         </a:t>
            </a:r>
            <a:r>
              <a:rPr lang="fr-BE" sz="4000" b="1" kern="1200" dirty="0">
                <a:solidFill>
                  <a:srgbClr val="C00000"/>
                </a:solidFill>
                <a:latin typeface="Garamond" panose="02020404030301010803" pitchFamily="18" charset="0"/>
                <a:ea typeface="+mj-ea"/>
                <a:cs typeface="+mj-cs"/>
              </a:rPr>
              <a:t>Principe</a:t>
            </a:r>
            <a: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  <a:t> </a:t>
            </a:r>
            <a:r>
              <a:rPr lang="fr-BE" sz="4000" b="1" kern="1200" dirty="0">
                <a:solidFill>
                  <a:srgbClr val="C00000"/>
                </a:solidFill>
                <a:latin typeface="Garamond" panose="02020404030301010803" pitchFamily="18" charset="0"/>
                <a:ea typeface="+mj-ea"/>
                <a:cs typeface="+mj-cs"/>
              </a:rPr>
              <a:t>de fonctionnement</a:t>
            </a:r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endParaRPr lang="fr-FR" sz="4000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6CA43C8-ED99-48A3-AE53-C80CB5D14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3104" y="1160745"/>
            <a:ext cx="11208346" cy="4754280"/>
          </a:xfrm>
        </p:spPr>
        <p:txBody>
          <a:bodyPr>
            <a:normAutofit/>
          </a:bodyPr>
          <a:lstStyle/>
          <a:p>
            <a:pPr marL="457200" indent="-457200" algn="just" defTabSz="814365">
              <a:spcBef>
                <a:spcPct val="50000"/>
              </a:spcBef>
              <a:buClr>
                <a:srgbClr val="000000"/>
              </a:buClr>
              <a:buFont typeface="Arial"/>
              <a:buAutoNum type="arabicPeriod"/>
            </a:pPr>
            <a:r>
              <a:rPr lang="fr-BE" dirty="0">
                <a:latin typeface="Garamond" panose="02020404030301010803" pitchFamily="18" charset="0"/>
              </a:rPr>
              <a:t>Le routeur envoie et reçoit des messages de routage sur ses interfaces pour découvrir des réseaux distants. </a:t>
            </a:r>
            <a:endParaRPr lang="en-US" dirty="0">
              <a:latin typeface="Garamond" panose="02020404030301010803" pitchFamily="18" charset="0"/>
            </a:endParaRPr>
          </a:p>
          <a:p>
            <a:pPr marL="457200" indent="-457200" algn="just" defTabSz="814365">
              <a:spcBef>
                <a:spcPct val="50000"/>
              </a:spcBef>
              <a:buClr>
                <a:srgbClr val="000000"/>
              </a:buClr>
              <a:buFont typeface="Arial"/>
              <a:buAutoNum type="arabicPeriod"/>
            </a:pPr>
            <a:r>
              <a:rPr lang="fr-BE" dirty="0">
                <a:latin typeface="Garamond" panose="02020404030301010803" pitchFamily="18" charset="0"/>
              </a:rPr>
              <a:t>Le routeur partage les messages et les informations de routage avec les autres routeurs qui utilisent le même protocole de routage, l’envoi se fait en multicast. </a:t>
            </a:r>
          </a:p>
          <a:p>
            <a:pPr marL="457200" indent="-457200" algn="just" defTabSz="814365">
              <a:spcBef>
                <a:spcPct val="50000"/>
              </a:spcBef>
              <a:buClr>
                <a:srgbClr val="000000"/>
              </a:buClr>
              <a:buFont typeface="Arial"/>
              <a:buAutoNum type="arabicPeriod"/>
            </a:pPr>
            <a:r>
              <a:rPr lang="fr-BE" dirty="0">
                <a:latin typeface="Garamond" panose="02020404030301010803" pitchFamily="18" charset="0"/>
              </a:rPr>
              <a:t>Les routeurs calculent les meilleurs chemins vers les réseaux distants.</a:t>
            </a:r>
            <a:endParaRPr lang="en-US" dirty="0">
              <a:latin typeface="Garamond" panose="02020404030301010803" pitchFamily="18" charset="0"/>
            </a:endParaRPr>
          </a:p>
          <a:p>
            <a:pPr marL="457200" indent="-457200" algn="just" defTabSz="814365">
              <a:spcBef>
                <a:spcPct val="50000"/>
              </a:spcBef>
              <a:buClr>
                <a:srgbClr val="000000"/>
              </a:buClr>
              <a:buFont typeface="Arial"/>
              <a:buAutoNum type="arabicPeriod"/>
            </a:pPr>
            <a:r>
              <a:rPr lang="fr-BE" dirty="0">
                <a:latin typeface="Garamond" panose="02020404030301010803" pitchFamily="18" charset="0"/>
              </a:rPr>
              <a:t>Lorsqu'un routeur détecte un changement de topologie, le protocole de routage peut l'annoncer aux autres routeurs afin de définir un autre chemin éventuel.</a:t>
            </a:r>
            <a:endParaRPr lang="en-US" dirty="0">
              <a:latin typeface="Garamond" panose="02020404030301010803" pitchFamily="18" charset="0"/>
            </a:endParaRPr>
          </a:p>
          <a:p>
            <a:pPr marL="682600" lvl="1" indent="-334945" algn="just" defTabSz="682600">
              <a:spcBef>
                <a:spcPct val="35000"/>
              </a:spcBef>
              <a:buClr>
                <a:srgbClr val="708CA1"/>
              </a:buClr>
              <a:buFont typeface="Arial"/>
              <a:buChar char="•"/>
            </a:pPr>
            <a:endParaRPr lang="fr-FR" sz="2000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E64811D-9D04-4201-A46A-DF29DBE0CC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DE1BBAD-DDBB-423B-940E-F198F3FCA223}" type="slidenum">
              <a:rPr lang="fr-FR" smtClean="0"/>
              <a:pPr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63977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E09CEA-399B-4FA4-8C52-28521C3A4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768" y="214313"/>
            <a:ext cx="10515600" cy="750483"/>
          </a:xfrm>
        </p:spPr>
        <p:txBody>
          <a:bodyPr>
            <a:noAutofit/>
          </a:bodyPr>
          <a:lstStyle/>
          <a:p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  <a:t>        </a:t>
            </a:r>
            <a:r>
              <a:rPr lang="fr-BE" sz="4000" b="1" kern="1200" dirty="0">
                <a:solidFill>
                  <a:srgbClr val="C00000"/>
                </a:solidFill>
                <a:latin typeface="Garamond" panose="02020404030301010803" pitchFamily="18" charset="0"/>
                <a:ea typeface="+mj-ea"/>
                <a:cs typeface="+mj-cs"/>
              </a:rPr>
              <a:t>Avantages</a:t>
            </a:r>
            <a: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  <a:t> </a:t>
            </a:r>
            <a:r>
              <a:rPr lang="fr-BE" sz="4000" b="1" kern="1200" dirty="0">
                <a:solidFill>
                  <a:srgbClr val="C00000"/>
                </a:solidFill>
                <a:latin typeface="Garamond" panose="02020404030301010803" pitchFamily="18" charset="0"/>
                <a:ea typeface="+mj-ea"/>
                <a:cs typeface="+mj-cs"/>
              </a:rPr>
              <a:t>et inconvénients</a:t>
            </a:r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endParaRPr lang="fr-FR" sz="4000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E64811D-9D04-4201-A46A-DF29DBE0CC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DE1BBAD-DDBB-423B-940E-F198F3FCA223}" type="slidenum">
              <a:rPr lang="fr-FR" smtClean="0"/>
              <a:pPr/>
              <a:t>7</a:t>
            </a:fld>
            <a:endParaRPr lang="fr-FR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166318" y="1421429"/>
            <a:ext cx="10858500" cy="52222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187729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E09CEA-399B-4FA4-8C52-28521C3A4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768" y="214313"/>
            <a:ext cx="10515600" cy="750483"/>
          </a:xfrm>
        </p:spPr>
        <p:txBody>
          <a:bodyPr>
            <a:noAutofit/>
          </a:bodyPr>
          <a:lstStyle/>
          <a:p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r>
              <a:rPr lang="fr-BE" sz="3600" b="1" kern="1200" dirty="0">
                <a:solidFill>
                  <a:srgbClr val="C00000"/>
                </a:solidFill>
                <a:latin typeface="Garamond" panose="02020404030301010803" pitchFamily="18" charset="0"/>
                <a:ea typeface="+mj-ea"/>
                <a:cs typeface="+mj-cs"/>
              </a:rPr>
              <a:t>Classification des protocoles de routage dynamique</a:t>
            </a:r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endParaRPr lang="fr-FR" sz="4000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E64811D-9D04-4201-A46A-DF29DBE0CC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DE1BBAD-DDBB-423B-940E-F198F3FCA223}" type="slidenum">
              <a:rPr lang="fr-FR" smtClean="0"/>
              <a:pPr/>
              <a:t>8</a:t>
            </a:fld>
            <a:endParaRPr lang="fr-FR" dirty="0"/>
          </a:p>
        </p:txBody>
      </p:sp>
      <p:pic>
        <p:nvPicPr>
          <p:cNvPr id="8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 b="3096"/>
          <a:stretch>
            <a:fillRect/>
          </a:stretch>
        </p:blipFill>
        <p:spPr bwMode="auto">
          <a:xfrm>
            <a:off x="895350" y="1238202"/>
            <a:ext cx="10401300" cy="5300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317047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E09CEA-399B-4FA4-8C52-28521C3A4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768" y="214313"/>
            <a:ext cx="10515600" cy="750483"/>
          </a:xfrm>
        </p:spPr>
        <p:txBody>
          <a:bodyPr>
            <a:noAutofit/>
          </a:bodyPr>
          <a:lstStyle/>
          <a:p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  <a:t>      </a:t>
            </a:r>
            <a:r>
              <a:rPr lang="fr-BE" sz="4000" b="1" kern="1200" dirty="0">
                <a:solidFill>
                  <a:srgbClr val="C00000"/>
                </a:solidFill>
                <a:latin typeface="Garamond" panose="02020404030301010803" pitchFamily="18" charset="0"/>
                <a:ea typeface="+mj-ea"/>
                <a:cs typeface="+mj-cs"/>
              </a:rPr>
              <a:t>Protocoles</a:t>
            </a:r>
            <a: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  <a:t> </a:t>
            </a:r>
            <a:r>
              <a:rPr lang="fr-BE" sz="4000" b="1" kern="1200" dirty="0">
                <a:solidFill>
                  <a:srgbClr val="C00000"/>
                </a:solidFill>
                <a:latin typeface="Garamond" panose="02020404030301010803" pitchFamily="18" charset="0"/>
                <a:ea typeface="+mj-ea"/>
                <a:cs typeface="+mj-cs"/>
              </a:rPr>
              <a:t>de routage IGP et EGP</a:t>
            </a:r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endParaRPr lang="fr-FR" sz="4000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6CA43C8-ED99-48A3-AE53-C80CB5D14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86513" y="1203609"/>
            <a:ext cx="5629275" cy="5054318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fr-FR" b="1" dirty="0">
                <a:solidFill>
                  <a:srgbClr val="002060"/>
                </a:solidFill>
                <a:latin typeface="Garamond" panose="02020404030301010803" pitchFamily="18" charset="0"/>
              </a:rPr>
              <a:t>AS (</a:t>
            </a:r>
            <a:r>
              <a:rPr lang="fr-FR" b="1" dirty="0" err="1">
                <a:solidFill>
                  <a:srgbClr val="002060"/>
                </a:solidFill>
                <a:latin typeface="Garamond" panose="02020404030301010803" pitchFamily="18" charset="0"/>
              </a:rPr>
              <a:t>Autonomous</a:t>
            </a:r>
            <a:r>
              <a:rPr lang="fr-FR" b="1" dirty="0">
                <a:solidFill>
                  <a:srgbClr val="002060"/>
                </a:solidFill>
                <a:latin typeface="Garamond" panose="02020404030301010803" pitchFamily="18" charset="0"/>
              </a:rPr>
              <a:t> System) : l’ensemble des réseaux régis par une autorité administrative.</a:t>
            </a:r>
          </a:p>
          <a:p>
            <a:pPr marL="0" indent="0" algn="just">
              <a:buNone/>
            </a:pPr>
            <a:endParaRPr lang="fr-FR" b="1" dirty="0">
              <a:solidFill>
                <a:srgbClr val="000000"/>
              </a:solidFill>
              <a:latin typeface="Garamond" panose="02020404030301010803" pitchFamily="18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fr-FR" b="1" dirty="0">
                <a:solidFill>
                  <a:srgbClr val="000000"/>
                </a:solidFill>
                <a:latin typeface="Garamond" panose="02020404030301010803" pitchFamily="18" charset="0"/>
              </a:rPr>
              <a:t>Protocoles IGP (</a:t>
            </a:r>
            <a:r>
              <a:rPr lang="fr-FR" b="1" dirty="0" err="1">
                <a:solidFill>
                  <a:srgbClr val="000000"/>
                </a:solidFill>
                <a:latin typeface="Garamond" panose="02020404030301010803" pitchFamily="18" charset="0"/>
              </a:rPr>
              <a:t>Interior</a:t>
            </a:r>
            <a:r>
              <a:rPr lang="fr-FR" b="1" dirty="0">
                <a:solidFill>
                  <a:srgbClr val="000000"/>
                </a:solidFill>
                <a:latin typeface="Garamond" panose="02020404030301010803" pitchFamily="18" charset="0"/>
              </a:rPr>
              <a:t> Gateway Protocol) :</a:t>
            </a:r>
            <a:r>
              <a:rPr lang="fr-FR" dirty="0">
                <a:solidFill>
                  <a:srgbClr val="000000"/>
                </a:solidFill>
                <a:latin typeface="Garamond" panose="02020404030301010803" pitchFamily="18" charset="0"/>
              </a:rPr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600" dirty="0">
                <a:solidFill>
                  <a:srgbClr val="000000"/>
                </a:solidFill>
                <a:latin typeface="Garamond" panose="02020404030301010803" pitchFamily="18" charset="0"/>
              </a:rPr>
              <a:t>Utilisés pour le routage à l'intérieur d'un AS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600" dirty="0">
                <a:solidFill>
                  <a:srgbClr val="000000"/>
                </a:solidFill>
                <a:latin typeface="Garamond" panose="02020404030301010803" pitchFamily="18" charset="0"/>
              </a:rPr>
              <a:t>Exemples : RIP, EIGRP, OSPF et IS-IS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fr-FR" dirty="0">
              <a:solidFill>
                <a:srgbClr val="000000"/>
              </a:solidFill>
              <a:latin typeface="Garamond" panose="02020404030301010803" pitchFamily="18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fr-FR" b="1" dirty="0">
                <a:solidFill>
                  <a:srgbClr val="000000"/>
                </a:solidFill>
                <a:latin typeface="Garamond" panose="02020404030301010803" pitchFamily="18" charset="0"/>
              </a:rPr>
              <a:t>Protocoles EGP (</a:t>
            </a:r>
            <a:r>
              <a:rPr lang="fr-FR" b="1" dirty="0" err="1">
                <a:solidFill>
                  <a:srgbClr val="000000"/>
                </a:solidFill>
                <a:latin typeface="Garamond" panose="02020404030301010803" pitchFamily="18" charset="0"/>
              </a:rPr>
              <a:t>Exterior</a:t>
            </a:r>
            <a:r>
              <a:rPr lang="fr-FR" b="1" dirty="0">
                <a:solidFill>
                  <a:srgbClr val="000000"/>
                </a:solidFill>
                <a:latin typeface="Garamond" panose="02020404030301010803" pitchFamily="18" charset="0"/>
              </a:rPr>
              <a:t> Gateway </a:t>
            </a:r>
            <a:r>
              <a:rPr lang="fr-FR" b="1" dirty="0" err="1">
                <a:solidFill>
                  <a:srgbClr val="000000"/>
                </a:solidFill>
                <a:latin typeface="Garamond" panose="02020404030301010803" pitchFamily="18" charset="0"/>
              </a:rPr>
              <a:t>Protocols</a:t>
            </a:r>
            <a:r>
              <a:rPr lang="fr-FR" b="1" dirty="0">
                <a:solidFill>
                  <a:srgbClr val="000000"/>
                </a:solidFill>
                <a:latin typeface="Garamond" panose="02020404030301010803" pitchFamily="18" charset="0"/>
              </a:rPr>
              <a:t>) :</a:t>
            </a:r>
            <a:r>
              <a:rPr lang="fr-FR" dirty="0">
                <a:solidFill>
                  <a:srgbClr val="000000"/>
                </a:solidFill>
                <a:latin typeface="Garamond" panose="02020404030301010803" pitchFamily="18" charset="0"/>
              </a:rPr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600" dirty="0">
                <a:solidFill>
                  <a:srgbClr val="000000"/>
                </a:solidFill>
                <a:latin typeface="Garamond" panose="02020404030301010803" pitchFamily="18" charset="0"/>
              </a:rPr>
              <a:t>Utilisés pour le routage entre AS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600" dirty="0">
                <a:solidFill>
                  <a:srgbClr val="000000"/>
                </a:solidFill>
                <a:latin typeface="Garamond" panose="02020404030301010803" pitchFamily="18" charset="0"/>
              </a:rPr>
              <a:t>Exemple : BGP (politique de routage)</a:t>
            </a:r>
          </a:p>
          <a:p>
            <a:pPr marL="682600" lvl="1" indent="-334945" algn="just" defTabSz="682600">
              <a:spcBef>
                <a:spcPct val="35000"/>
              </a:spcBef>
              <a:buClr>
                <a:srgbClr val="708CA1"/>
              </a:buClr>
              <a:buFont typeface="Arial"/>
              <a:buChar char="•"/>
            </a:pPr>
            <a:endParaRPr lang="fr-FR" sz="2000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E64811D-9D04-4201-A46A-DF29DBE0CC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DE1BBAD-DDBB-423B-940E-F198F3FCA223}" type="slidenum">
              <a:rPr lang="fr-FR" smtClean="0"/>
              <a:pPr/>
              <a:t>9</a:t>
            </a:fld>
            <a:endParaRPr lang="fr-FR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176212" y="1387370"/>
            <a:ext cx="6258292" cy="4686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813092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E09CEA-399B-4FA4-8C52-28521C3A4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768" y="214313"/>
            <a:ext cx="10515600" cy="750483"/>
          </a:xfrm>
        </p:spPr>
        <p:txBody>
          <a:bodyPr>
            <a:noAutofit/>
          </a:bodyPr>
          <a:lstStyle/>
          <a:p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  <a:t>  </a:t>
            </a:r>
            <a:r>
              <a:rPr lang="fr-BE" sz="4000" b="1" kern="1200" dirty="0">
                <a:solidFill>
                  <a:srgbClr val="C00000"/>
                </a:solidFill>
                <a:latin typeface="Garamond" panose="02020404030301010803" pitchFamily="18" charset="0"/>
                <a:ea typeface="+mj-ea"/>
                <a:cs typeface="+mj-cs"/>
              </a:rPr>
              <a:t>Protocoles de routage à vecteur de distance</a:t>
            </a:r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endParaRPr lang="fr-FR" sz="4000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6CA43C8-ED99-48A3-AE53-C80CB5D14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25509" y="1203609"/>
            <a:ext cx="6190279" cy="5054318"/>
          </a:xfrm>
        </p:spPr>
        <p:txBody>
          <a:bodyPr>
            <a:normAutofit/>
          </a:bodyPr>
          <a:lstStyle/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fr-BE" dirty="0">
                <a:solidFill>
                  <a:srgbClr val="000000"/>
                </a:solidFill>
                <a:latin typeface="Garamond" panose="02020404030301010803" pitchFamily="18" charset="0"/>
              </a:rPr>
              <a:t>Protocoles IGP à vecteur de distance IPv4 :</a:t>
            </a:r>
          </a:p>
          <a:p>
            <a:pPr lvl="1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fr-FR" sz="2800" dirty="0">
                <a:solidFill>
                  <a:srgbClr val="000000"/>
                </a:solidFill>
                <a:latin typeface="Garamond" panose="02020404030301010803" pitchFamily="18" charset="0"/>
              </a:rPr>
              <a:t>Partage des mises à jour entre voisins.</a:t>
            </a:r>
          </a:p>
          <a:p>
            <a:pPr lvl="1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fr-FR" sz="2800" dirty="0">
                <a:solidFill>
                  <a:srgbClr val="000000"/>
                </a:solidFill>
                <a:latin typeface="Garamond" panose="02020404030301010803" pitchFamily="18" charset="0"/>
                <a:sym typeface="Wingdings" panose="05000000000000000000" pitchFamily="2" charset="2"/>
              </a:rPr>
              <a:t>Pas de c</a:t>
            </a:r>
            <a:r>
              <a:rPr lang="fr-FR" sz="2800" dirty="0">
                <a:solidFill>
                  <a:srgbClr val="000000"/>
                </a:solidFill>
                <a:latin typeface="Garamond" panose="02020404030301010803" pitchFamily="18" charset="0"/>
              </a:rPr>
              <a:t>onnaissance de la topologie du réseau</a:t>
            </a:r>
            <a:endParaRPr lang="en-US" sz="2800" dirty="0">
              <a:solidFill>
                <a:srgbClr val="000000"/>
              </a:solidFill>
              <a:latin typeface="Garamond" panose="02020404030301010803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fr-BE" sz="2400" dirty="0">
              <a:solidFill>
                <a:srgbClr val="000000"/>
              </a:solidFill>
              <a:latin typeface="Garamond" panose="02020404030301010803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fr-BE" sz="2400" dirty="0">
                <a:solidFill>
                  <a:srgbClr val="000000"/>
                </a:solidFill>
                <a:latin typeface="Garamond" panose="02020404030301010803" pitchFamily="18" charset="0"/>
              </a:rPr>
              <a:t>Exemples :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fr-BE" sz="2400" b="1" dirty="0">
                <a:solidFill>
                  <a:srgbClr val="000000"/>
                </a:solidFill>
                <a:latin typeface="Garamond" panose="02020404030301010803" pitchFamily="18" charset="0"/>
              </a:rPr>
              <a:t>RIPv1, RIPv2 , IGRP, EIGRP</a:t>
            </a:r>
            <a:endParaRPr lang="en-US" sz="2400" dirty="0">
              <a:solidFill>
                <a:srgbClr val="000000"/>
              </a:solidFill>
              <a:latin typeface="Garamond" panose="02020404030301010803" pitchFamily="18" charset="0"/>
            </a:endParaRPr>
          </a:p>
          <a:p>
            <a:pPr marL="682600" lvl="1" indent="-334945" algn="just" defTabSz="682600">
              <a:spcBef>
                <a:spcPct val="35000"/>
              </a:spcBef>
              <a:buClr>
                <a:srgbClr val="708CA1"/>
              </a:buClr>
              <a:buFont typeface="Arial"/>
              <a:buChar char="•"/>
            </a:pPr>
            <a:endParaRPr lang="fr-FR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E64811D-9D04-4201-A46A-DF29DBE0CC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DE1BBAD-DDBB-423B-940E-F198F3FCA223}" type="slidenum">
              <a:rPr lang="fr-FR" smtClean="0"/>
              <a:pPr/>
              <a:t>10</a:t>
            </a:fld>
            <a:endParaRPr lang="fr-FR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231548" y="1457289"/>
            <a:ext cx="5593961" cy="32802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ZoneTexte 4"/>
          <p:cNvSpPr txBox="1"/>
          <p:nvPr/>
        </p:nvSpPr>
        <p:spPr>
          <a:xfrm>
            <a:off x="228605" y="4737518"/>
            <a:ext cx="527208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200" dirty="0">
                <a:solidFill>
                  <a:srgbClr val="000000"/>
                </a:solidFill>
                <a:latin typeface="Garamond" panose="02020404030301010803" pitchFamily="18" charset="0"/>
              </a:rPr>
              <a:t>Pour R1, 172.16.3.0/24 est à un tronçon (distance) et peut être atteint via R2 (vecteur).</a:t>
            </a:r>
            <a:endParaRPr lang="en-US" sz="2200" dirty="0">
              <a:solidFill>
                <a:srgbClr val="000000"/>
              </a:solidFill>
              <a:latin typeface="Garamond" panose="02020404030301010803" pitchFamily="18" charset="0"/>
            </a:endParaRPr>
          </a:p>
          <a:p>
            <a:endParaRPr lang="fr-FR" sz="2200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0059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E09CEA-399B-4FA4-8C52-28521C3A4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768" y="214313"/>
            <a:ext cx="10515600" cy="750483"/>
          </a:xfrm>
        </p:spPr>
        <p:txBody>
          <a:bodyPr>
            <a:noAutofit/>
          </a:bodyPr>
          <a:lstStyle/>
          <a:p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  <a:t>    </a:t>
            </a:r>
            <a:r>
              <a:rPr lang="fr-BE" sz="4000" b="1" kern="1200" dirty="0">
                <a:solidFill>
                  <a:srgbClr val="C00000"/>
                </a:solidFill>
                <a:latin typeface="Garamond" panose="02020404030301010803" pitchFamily="18" charset="0"/>
                <a:ea typeface="+mj-ea"/>
                <a:cs typeface="+mj-cs"/>
              </a:rPr>
              <a:t>Protocoles</a:t>
            </a:r>
            <a: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  <a:t> </a:t>
            </a:r>
            <a:r>
              <a:rPr lang="fr-BE" sz="4000" b="1" kern="1200" dirty="0">
                <a:solidFill>
                  <a:srgbClr val="C00000"/>
                </a:solidFill>
                <a:latin typeface="Garamond" panose="02020404030301010803" pitchFamily="18" charset="0"/>
                <a:ea typeface="+mj-ea"/>
                <a:cs typeface="+mj-cs"/>
              </a:rPr>
              <a:t>de routage à état de liens</a:t>
            </a:r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endParaRPr lang="fr-FR" sz="4000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6CA43C8-ED99-48A3-AE53-C80CB5D14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5013" y="1147007"/>
            <a:ext cx="6429375" cy="5054318"/>
          </a:xfrm>
        </p:spPr>
        <p:txBody>
          <a:bodyPr>
            <a:normAutofit/>
          </a:bodyPr>
          <a:lstStyle/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fr-BE" sz="2400" dirty="0">
                <a:solidFill>
                  <a:srgbClr val="000000"/>
                </a:solidFill>
                <a:latin typeface="Garamond" panose="02020404030301010803" pitchFamily="18" charset="0"/>
              </a:rPr>
              <a:t>Protocoles IGP à état de liens IPv4 :</a:t>
            </a:r>
          </a:p>
          <a:p>
            <a:pPr lvl="1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fr-BE" dirty="0">
                <a:solidFill>
                  <a:srgbClr val="000000"/>
                </a:solidFill>
                <a:latin typeface="Garamond" panose="02020404030301010803" pitchFamily="18" charset="0"/>
              </a:rPr>
              <a:t>Création de la table topologique à partir des LSA reçues. </a:t>
            </a:r>
          </a:p>
          <a:p>
            <a:pPr lvl="1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fr-BE" dirty="0">
                <a:solidFill>
                  <a:srgbClr val="000000"/>
                </a:solidFill>
                <a:latin typeface="Garamond" panose="02020404030301010803" pitchFamily="18" charset="0"/>
              </a:rPr>
              <a:t>Stockage de toutes les informations relatives à la topologie du réseau.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fr-BE" sz="2400" dirty="0">
              <a:solidFill>
                <a:srgbClr val="000000"/>
              </a:solidFill>
              <a:latin typeface="Garamond" panose="02020404030301010803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fr-BE" sz="2400" dirty="0">
                <a:solidFill>
                  <a:srgbClr val="000000"/>
                </a:solidFill>
                <a:latin typeface="Garamond" panose="02020404030301010803" pitchFamily="18" charset="0"/>
              </a:rPr>
              <a:t>Exemples :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fr-FR" sz="2400" b="1" dirty="0">
                <a:solidFill>
                  <a:srgbClr val="000000"/>
                </a:solidFill>
                <a:latin typeface="Garamond" panose="02020404030301010803" pitchFamily="18" charset="0"/>
              </a:rPr>
              <a:t>OSPF, IS-IS</a:t>
            </a:r>
            <a:endParaRPr lang="en-US" sz="2400" dirty="0">
              <a:solidFill>
                <a:srgbClr val="000000"/>
              </a:solidFill>
              <a:latin typeface="Garamond" panose="02020404030301010803" pitchFamily="18" charset="0"/>
            </a:endParaRPr>
          </a:p>
          <a:p>
            <a:pPr marL="682600" lvl="1" indent="-334945" algn="just" defTabSz="682600">
              <a:spcBef>
                <a:spcPct val="35000"/>
              </a:spcBef>
              <a:buClr>
                <a:srgbClr val="708CA1"/>
              </a:buClr>
              <a:buFont typeface="Arial"/>
              <a:buChar char="•"/>
            </a:pPr>
            <a:endParaRPr lang="fr-FR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E64811D-9D04-4201-A46A-DF29DBE0CC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DE1BBAD-DDBB-423B-940E-F198F3FCA223}" type="slidenum">
              <a:rPr lang="fr-FR" smtClean="0"/>
              <a:pPr/>
              <a:t>11</a:t>
            </a:fld>
            <a:endParaRPr lang="fr-FR" dirty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0" y="1504148"/>
            <a:ext cx="5843589" cy="4340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007120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1E685-DA48-E70C-2041-E0FC35187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06B43E-4BC6-898D-42B2-0B8CE8402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800" dirty="0"/>
              <a:t>Partie 2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BB87A41-C568-94A4-C86A-D37F8E023B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Open </a:t>
            </a:r>
            <a:r>
              <a:rPr lang="fr-FR" sz="40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Shortest</a:t>
            </a:r>
            <a:r>
              <a:rPr lang="fr-FR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Path First (OSPF)</a:t>
            </a:r>
          </a:p>
          <a:p>
            <a:endParaRPr lang="fr-FR" sz="3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2D7433C-5D54-9A9E-0137-B031EE10B5B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92740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E09CEA-399B-4FA4-8C52-28521C3A4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768" y="214313"/>
            <a:ext cx="10515600" cy="750483"/>
          </a:xfrm>
        </p:spPr>
        <p:txBody>
          <a:bodyPr>
            <a:noAutofit/>
          </a:bodyPr>
          <a:lstStyle/>
          <a:p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  <a:t>    </a:t>
            </a:r>
            <a:r>
              <a:rPr lang="fr-FR" sz="4000" b="1" kern="1200" dirty="0">
                <a:solidFill>
                  <a:srgbClr val="C00000"/>
                </a:solidFill>
                <a:latin typeface="Garamond" panose="02020404030301010803" pitchFamily="18" charset="0"/>
                <a:ea typeface="+mj-ea"/>
                <a:cs typeface="+mj-cs"/>
              </a:rPr>
              <a:t>Caractéristiques</a:t>
            </a:r>
            <a: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  <a:t> </a:t>
            </a:r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endParaRPr lang="fr-FR" sz="4000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6CA43C8-ED99-48A3-AE53-C80CB5D14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3104" y="1160745"/>
            <a:ext cx="11208346" cy="5222792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fr-FR" b="1" dirty="0">
                <a:solidFill>
                  <a:schemeClr val="tx2"/>
                </a:solidFill>
                <a:latin typeface="Garamond" panose="02020404030301010803" pitchFamily="18" charset="0"/>
              </a:rPr>
              <a:t>Sans classe</a:t>
            </a:r>
            <a:r>
              <a:rPr lang="fr-FR" dirty="0">
                <a:latin typeface="Garamond" panose="02020404030301010803" pitchFamily="18" charset="0"/>
              </a:rPr>
              <a:t> : </a:t>
            </a:r>
            <a:r>
              <a:rPr lang="fr-FR" sz="2400" dirty="0">
                <a:latin typeface="Garamond" panose="02020404030301010803" pitchFamily="18" charset="0"/>
              </a:rPr>
              <a:t>OSPFv2 est sans classe par conception : il prend en charge VLSM et CIDR pour IPv4.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fr-FR" b="1" dirty="0">
                <a:solidFill>
                  <a:schemeClr val="tx2"/>
                </a:solidFill>
                <a:latin typeface="Garamond" panose="02020404030301010803" pitchFamily="18" charset="0"/>
              </a:rPr>
              <a:t>Efficace</a:t>
            </a:r>
            <a:r>
              <a:rPr lang="fr-FR" dirty="0">
                <a:latin typeface="Garamond" panose="02020404030301010803" pitchFamily="18" charset="0"/>
              </a:rPr>
              <a:t> : </a:t>
            </a:r>
            <a:r>
              <a:rPr lang="fr-FR" sz="2400" dirty="0">
                <a:latin typeface="Garamond" panose="02020404030301010803" pitchFamily="18" charset="0"/>
              </a:rPr>
              <a:t>Les changements de routage déclenchent des mises à jour de routage (pas de mises à jour régulières). </a:t>
            </a:r>
            <a:endParaRPr lang="fr-FR" dirty="0">
              <a:latin typeface="Garamond" panose="02020404030301010803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fr-FR" b="1" dirty="0">
                <a:solidFill>
                  <a:schemeClr val="tx2"/>
                </a:solidFill>
                <a:latin typeface="Garamond" panose="02020404030301010803" pitchFamily="18" charset="0"/>
              </a:rPr>
              <a:t>Convergence rapide</a:t>
            </a:r>
            <a:r>
              <a:rPr lang="fr-FR" dirty="0">
                <a:latin typeface="Garamond" panose="02020404030301010803" pitchFamily="18" charset="0"/>
              </a:rPr>
              <a:t> : </a:t>
            </a:r>
            <a:r>
              <a:rPr lang="fr-FR" sz="2400" dirty="0">
                <a:latin typeface="Garamond" panose="02020404030301010803" pitchFamily="18" charset="0"/>
              </a:rPr>
              <a:t>Il diffuse rapidement les modifications apportées au réseau.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fr-FR" b="1" dirty="0">
                <a:solidFill>
                  <a:schemeClr val="tx2"/>
                </a:solidFill>
                <a:latin typeface="Garamond" panose="02020404030301010803" pitchFamily="18" charset="0"/>
              </a:rPr>
              <a:t>Évolutif</a:t>
            </a:r>
            <a:r>
              <a:rPr lang="fr-FR" dirty="0">
                <a:latin typeface="Garamond" panose="02020404030301010803" pitchFamily="18" charset="0"/>
              </a:rPr>
              <a:t> : </a:t>
            </a:r>
            <a:r>
              <a:rPr lang="fr-FR" sz="2400" dirty="0">
                <a:latin typeface="Garamond" panose="02020404030301010803" pitchFamily="18" charset="0"/>
              </a:rPr>
              <a:t>Il fonctionne aussi bien sur les petits et que les grands. Les routeurs peuvent être regroupés en zones pour prendre en  charge un système hiérarchique.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fr-FR" b="1" dirty="0">
                <a:solidFill>
                  <a:schemeClr val="tx2"/>
                </a:solidFill>
                <a:latin typeface="Garamond" panose="02020404030301010803" pitchFamily="18" charset="0"/>
              </a:rPr>
              <a:t>Sécurisé</a:t>
            </a:r>
            <a:r>
              <a:rPr lang="fr-FR" dirty="0">
                <a:latin typeface="Garamond" panose="02020404030301010803" pitchFamily="18" charset="0"/>
              </a:rPr>
              <a:t> : </a:t>
            </a:r>
            <a:r>
              <a:rPr lang="fr-FR" sz="2400" dirty="0">
                <a:latin typeface="Garamond" panose="02020404030301010803" pitchFamily="18" charset="0"/>
              </a:rPr>
              <a:t>OSPFv2 prend en charge l'authentification (MD5) et (SHA).                                                                      OSPFv3 utilise le protocole </a:t>
            </a:r>
            <a:r>
              <a:rPr lang="fr-FR" sz="2400" dirty="0" err="1">
                <a:latin typeface="Garamond" panose="02020404030301010803" pitchFamily="18" charset="0"/>
              </a:rPr>
              <a:t>IPsec</a:t>
            </a:r>
            <a:r>
              <a:rPr lang="fr-FR" sz="2400" dirty="0">
                <a:latin typeface="Garamond" panose="02020404030301010803" pitchFamily="18" charset="0"/>
              </a:rPr>
              <a:t> pour l'authentification avec les paquets OSPFv3. </a:t>
            </a:r>
          </a:p>
          <a:p>
            <a:pPr marL="682600" lvl="1" indent="-334945" defTabSz="682600">
              <a:spcBef>
                <a:spcPct val="35000"/>
              </a:spcBef>
              <a:buClr>
                <a:srgbClr val="708CA1"/>
              </a:buClr>
              <a:buFont typeface="Arial"/>
              <a:buChar char="•"/>
            </a:pPr>
            <a:endParaRPr lang="fr-FR" sz="2000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E64811D-9D04-4201-A46A-DF29DBE0CC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DE1BBAD-DDBB-423B-940E-F198F3FCA223}" type="slidenum">
              <a:rPr lang="fr-FR" smtClean="0"/>
              <a:pPr/>
              <a:t>13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600048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E09CEA-399B-4FA4-8C52-28521C3A4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768" y="214313"/>
            <a:ext cx="10515600" cy="750483"/>
          </a:xfrm>
        </p:spPr>
        <p:txBody>
          <a:bodyPr>
            <a:noAutofit/>
          </a:bodyPr>
          <a:lstStyle/>
          <a:p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  <a:t>    </a:t>
            </a:r>
            <a:r>
              <a:rPr lang="fr-FR" sz="4000" b="1" kern="1200" dirty="0">
                <a:solidFill>
                  <a:srgbClr val="C00000"/>
                </a:solidFill>
                <a:latin typeface="Garamond" panose="02020404030301010803" pitchFamily="18" charset="0"/>
                <a:ea typeface="+mj-ea"/>
                <a:cs typeface="+mj-cs"/>
              </a:rPr>
              <a:t>Routage</a:t>
            </a:r>
            <a:r>
              <a:rPr lang="fr-FR" sz="4000" dirty="0">
                <a:solidFill>
                  <a:srgbClr val="002060"/>
                </a:solidFill>
                <a:latin typeface="Garamond" panose="02020404030301010803" pitchFamily="18" charset="0"/>
              </a:rPr>
              <a:t> </a:t>
            </a:r>
            <a:r>
              <a:rPr lang="fr-FR" sz="4000" b="1" kern="1200" dirty="0">
                <a:solidFill>
                  <a:srgbClr val="C00000"/>
                </a:solidFill>
                <a:latin typeface="Garamond" panose="02020404030301010803" pitchFamily="18" charset="0"/>
                <a:ea typeface="+mj-ea"/>
                <a:cs typeface="+mj-cs"/>
              </a:rPr>
              <a:t>hiérarchique</a:t>
            </a:r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endParaRPr lang="fr-FR" sz="4000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6CA43C8-ED99-48A3-AE53-C80CB5D14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5013" y="1147007"/>
            <a:ext cx="6429375" cy="5054318"/>
          </a:xfrm>
        </p:spPr>
        <p:txBody>
          <a:bodyPr>
            <a:normAutofit/>
          </a:bodyPr>
          <a:lstStyle/>
          <a:p>
            <a:pPr algn="just"/>
            <a:r>
              <a:rPr lang="fr-FR" sz="2400" b="1" dirty="0">
                <a:latin typeface="Garamond" panose="02020404030301010803" pitchFamily="18" charset="0"/>
              </a:rPr>
              <a:t>Area (zone) : </a:t>
            </a:r>
            <a:r>
              <a:rPr lang="fr-FR" sz="2400" dirty="0">
                <a:latin typeface="Garamond" panose="02020404030301010803" pitchFamily="18" charset="0"/>
              </a:rPr>
              <a:t>Un groupe de réseaux contigus. C’est une subdivision logique d’un système autonome (AS).</a:t>
            </a:r>
          </a:p>
          <a:p>
            <a:pPr algn="just"/>
            <a:r>
              <a:rPr lang="fr-FR" sz="2400" b="1" dirty="0">
                <a:latin typeface="Garamond" panose="02020404030301010803" pitchFamily="18" charset="0"/>
              </a:rPr>
              <a:t>AS</a:t>
            </a:r>
            <a:r>
              <a:rPr lang="fr-FR" sz="2400" dirty="0">
                <a:latin typeface="Garamond" panose="02020404030301010803" pitchFamily="18" charset="0"/>
              </a:rPr>
              <a:t> : Ensemble de réseaux gérés par une même autorité administrative avec une même stratégie de routage.</a:t>
            </a:r>
          </a:p>
          <a:p>
            <a:pPr marL="0" indent="0" algn="just">
              <a:buNone/>
            </a:pPr>
            <a:r>
              <a:rPr lang="fr-FR" sz="2400" dirty="0">
                <a:latin typeface="Garamond" panose="02020404030301010803" pitchFamily="18" charset="0"/>
                <a:sym typeface="Wingdings" panose="05000000000000000000" pitchFamily="2" charset="2"/>
              </a:rPr>
              <a:t>	  Minimiser les entrées de TR</a:t>
            </a:r>
          </a:p>
          <a:p>
            <a:pPr marL="1430338" indent="-1430338" algn="just">
              <a:buNone/>
            </a:pPr>
            <a:r>
              <a:rPr lang="fr-FR" sz="2400" dirty="0">
                <a:latin typeface="Garamond" panose="02020404030301010803" pitchFamily="18" charset="0"/>
                <a:sym typeface="Wingdings" panose="05000000000000000000" pitchFamily="2" charset="2"/>
              </a:rPr>
              <a:t>             Le changement de topologie est limité dans une zone.</a:t>
            </a:r>
            <a:endParaRPr lang="fr-FR" sz="2400" dirty="0">
              <a:latin typeface="Garamond" panose="02020404030301010803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fr-BE" sz="2400" dirty="0">
              <a:solidFill>
                <a:srgbClr val="000000"/>
              </a:solidFill>
              <a:latin typeface="Garamond" panose="02020404030301010803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fr-BE" sz="2400" dirty="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E64811D-9D04-4201-A46A-DF29DBE0CC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DE1BBAD-DDBB-423B-940E-F198F3FCA223}" type="slidenum">
              <a:rPr lang="fr-FR" smtClean="0"/>
              <a:pPr/>
              <a:t>14</a:t>
            </a:fld>
            <a:endParaRPr lang="fr-FR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B058D455-77D2-4F53-85A6-8E293EA5C0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00" y="1245998"/>
            <a:ext cx="5832499" cy="3769511"/>
          </a:xfrm>
          <a:prstGeom prst="rect">
            <a:avLst/>
          </a:prstGeom>
        </p:spPr>
      </p:pic>
      <p:sp>
        <p:nvSpPr>
          <p:cNvPr id="5" name="ZoneTexte 4"/>
          <p:cNvSpPr txBox="1"/>
          <p:nvPr/>
        </p:nvSpPr>
        <p:spPr>
          <a:xfrm>
            <a:off x="1155032" y="4833297"/>
            <a:ext cx="497305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6213" indent="-176213">
              <a:buFont typeface="Arial" panose="020B0604020202020204" pitchFamily="34" charset="0"/>
              <a:buChar char="•"/>
            </a:pPr>
            <a:r>
              <a:rPr lang="fr-FR" sz="2000" dirty="0" err="1">
                <a:solidFill>
                  <a:srgbClr val="C00000"/>
                </a:solidFill>
                <a:latin typeface="Garamond" panose="02020404030301010803" pitchFamily="18" charset="0"/>
              </a:rPr>
              <a:t>Backbone</a:t>
            </a:r>
            <a:r>
              <a:rPr lang="fr-FR" sz="2000" dirty="0">
                <a:solidFill>
                  <a:srgbClr val="C00000"/>
                </a:solidFill>
                <a:latin typeface="Garamond" panose="02020404030301010803" pitchFamily="18" charset="0"/>
              </a:rPr>
              <a:t> Area : zone </a:t>
            </a:r>
            <a:r>
              <a:rPr lang="fr-FR" sz="2000" dirty="0" err="1">
                <a:solidFill>
                  <a:srgbClr val="C00000"/>
                </a:solidFill>
                <a:latin typeface="Garamond" panose="02020404030301010803" pitchFamily="18" charset="0"/>
              </a:rPr>
              <a:t>dorssale</a:t>
            </a:r>
            <a:r>
              <a:rPr lang="fr-FR" sz="2000" dirty="0">
                <a:solidFill>
                  <a:srgbClr val="C00000"/>
                </a:solidFill>
                <a:latin typeface="Garamond" panose="02020404030301010803" pitchFamily="18" charset="0"/>
              </a:rPr>
              <a:t> : area 0</a:t>
            </a:r>
          </a:p>
          <a:p>
            <a:pPr marL="176213" indent="-176213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C00000"/>
                </a:solidFill>
                <a:latin typeface="Garamond" panose="02020404030301010803" pitchFamily="18" charset="0"/>
              </a:rPr>
              <a:t>B : est appelé BR (</a:t>
            </a:r>
            <a:r>
              <a:rPr lang="fr-FR" sz="2000" dirty="0" err="1">
                <a:solidFill>
                  <a:srgbClr val="C00000"/>
                </a:solidFill>
                <a:latin typeface="Garamond" panose="02020404030301010803" pitchFamily="18" charset="0"/>
              </a:rPr>
              <a:t>Backbone</a:t>
            </a:r>
            <a:r>
              <a:rPr lang="fr-FR" sz="2000" dirty="0">
                <a:solidFill>
                  <a:srgbClr val="C00000"/>
                </a:solidFill>
                <a:latin typeface="Garamond" panose="02020404030301010803" pitchFamily="18" charset="0"/>
              </a:rPr>
              <a:t> Router)</a:t>
            </a:r>
          </a:p>
          <a:p>
            <a:pPr marL="176213" indent="-176213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C00000"/>
                </a:solidFill>
                <a:latin typeface="Garamond" panose="02020404030301010803" pitchFamily="18" charset="0"/>
              </a:rPr>
              <a:t>C, D, E : ABR (Area Border Router)</a:t>
            </a:r>
          </a:p>
          <a:p>
            <a:pPr marL="176213" indent="-176213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C00000"/>
                </a:solidFill>
                <a:latin typeface="Garamond" panose="02020404030301010803" pitchFamily="18" charset="0"/>
              </a:rPr>
              <a:t>F, G, H: IR (</a:t>
            </a:r>
            <a:r>
              <a:rPr lang="fr-FR" sz="2000" dirty="0" err="1">
                <a:solidFill>
                  <a:srgbClr val="C00000"/>
                </a:solidFill>
                <a:latin typeface="Garamond" panose="02020404030301010803" pitchFamily="18" charset="0"/>
              </a:rPr>
              <a:t>Internal</a:t>
            </a:r>
            <a:r>
              <a:rPr lang="fr-FR" sz="2000" dirty="0">
                <a:solidFill>
                  <a:srgbClr val="C00000"/>
                </a:solidFill>
                <a:latin typeface="Garamond" panose="02020404030301010803" pitchFamily="18" charset="0"/>
              </a:rPr>
              <a:t> Router)</a:t>
            </a:r>
          </a:p>
          <a:p>
            <a:pPr marL="176213" indent="-176213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C00000"/>
                </a:solidFill>
                <a:latin typeface="Garamond" panose="02020404030301010803" pitchFamily="18" charset="0"/>
              </a:rPr>
              <a:t>A : ASBR (</a:t>
            </a:r>
            <a:r>
              <a:rPr lang="fr-FR" sz="2000" dirty="0" err="1">
                <a:solidFill>
                  <a:srgbClr val="C00000"/>
                </a:solidFill>
                <a:latin typeface="Garamond" panose="02020404030301010803" pitchFamily="18" charset="0"/>
              </a:rPr>
              <a:t>Autonomous</a:t>
            </a:r>
            <a:r>
              <a:rPr lang="fr-FR" sz="2000" dirty="0">
                <a:solidFill>
                  <a:srgbClr val="C00000"/>
                </a:solidFill>
                <a:latin typeface="Garamond" panose="02020404030301010803" pitchFamily="18" charset="0"/>
              </a:rPr>
              <a:t> System Border Router</a:t>
            </a:r>
          </a:p>
          <a:p>
            <a:endParaRPr lang="fr-FR" sz="2000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51768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E09CEA-399B-4FA4-8C52-28521C3A4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768" y="214313"/>
            <a:ext cx="10515600" cy="750483"/>
          </a:xfrm>
        </p:spPr>
        <p:txBody>
          <a:bodyPr>
            <a:noAutofit/>
          </a:bodyPr>
          <a:lstStyle/>
          <a:p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br>
              <a:rPr lang="fr-BE" sz="4000" b="1" kern="1200" dirty="0">
                <a:solidFill>
                  <a:srgbClr val="C00000"/>
                </a:solidFill>
                <a:latin typeface="Garamond" panose="02020404030301010803" pitchFamily="18" charset="0"/>
                <a:ea typeface="+mj-ea"/>
                <a:cs typeface="+mj-cs"/>
              </a:rPr>
            </a:br>
            <a:r>
              <a:rPr lang="fr-BE" sz="4000" b="1" kern="1200" dirty="0">
                <a:solidFill>
                  <a:srgbClr val="C00000"/>
                </a:solidFill>
                <a:latin typeface="Garamond" panose="02020404030301010803" pitchFamily="18" charset="0"/>
                <a:ea typeface="+mj-ea"/>
                <a:cs typeface="+mj-cs"/>
              </a:rPr>
              <a:t>     </a:t>
            </a:r>
            <a:r>
              <a:rPr lang="fr-FR" sz="4000" b="1" kern="1200" dirty="0">
                <a:solidFill>
                  <a:srgbClr val="C00000"/>
                </a:solidFill>
                <a:latin typeface="Garamond" panose="02020404030301010803" pitchFamily="18" charset="0"/>
                <a:ea typeface="+mj-ea"/>
                <a:cs typeface="+mj-cs"/>
              </a:rPr>
              <a:t>OSPF</a:t>
            </a:r>
            <a:r>
              <a:rPr lang="fr-FR" sz="4000" dirty="0">
                <a:solidFill>
                  <a:srgbClr val="002060"/>
                </a:solidFill>
                <a:latin typeface="Garamond" panose="02020404030301010803" pitchFamily="18" charset="0"/>
              </a:rPr>
              <a:t> </a:t>
            </a:r>
            <a:r>
              <a:rPr lang="fr-FR" sz="4000" b="1" kern="1200" dirty="0">
                <a:solidFill>
                  <a:srgbClr val="C00000"/>
                </a:solidFill>
                <a:latin typeface="Garamond" panose="02020404030301010803" pitchFamily="18" charset="0"/>
                <a:ea typeface="+mj-ea"/>
                <a:cs typeface="+mj-cs"/>
              </a:rPr>
              <a:t>à zone unique et à zones multiples</a:t>
            </a:r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endParaRPr lang="fr-FR" sz="4000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E64811D-9D04-4201-A46A-DF29DBE0CC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DE1BBAD-DDBB-423B-940E-F198F3FCA223}" type="slidenum">
              <a:rPr lang="fr-FR" smtClean="0"/>
              <a:pPr/>
              <a:t>15</a:t>
            </a:fld>
            <a:endParaRPr lang="fr-FR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1452" y="1363663"/>
            <a:ext cx="5859257" cy="344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" name="Groupe 9">
            <a:extLst>
              <a:ext uri="{FF2B5EF4-FFF2-40B4-BE49-F238E27FC236}">
                <a16:creationId xmlns:a16="http://schemas.microsoft.com/office/drawing/2014/main" id="{ECFE00B4-B9E4-44EA-9F32-0D3EB8A8D1E3}"/>
              </a:ext>
            </a:extLst>
          </p:cNvPr>
          <p:cNvGrpSpPr/>
          <p:nvPr/>
        </p:nvGrpSpPr>
        <p:grpSpPr>
          <a:xfrm>
            <a:off x="5872480" y="1363663"/>
            <a:ext cx="6319520" cy="5002212"/>
            <a:chOff x="5872480" y="1363663"/>
            <a:chExt cx="6319520" cy="5002212"/>
          </a:xfrm>
        </p:grpSpPr>
        <p:pic>
          <p:nvPicPr>
            <p:cNvPr id="11" name="Picture 3"/>
            <p:cNvPicPr>
              <a:picLocks noChangeAspect="1" noChangeArrowheads="1"/>
            </p:cNvPicPr>
            <p:nvPr/>
          </p:nvPicPr>
          <p:blipFill>
            <a:blip r:embed="rId3"/>
            <a:stretch>
              <a:fillRect/>
            </a:stretch>
          </p:blipFill>
          <p:spPr bwMode="auto">
            <a:xfrm>
              <a:off x="6220540" y="1363663"/>
              <a:ext cx="5740008" cy="3781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" name="Image 11">
              <a:extLst>
                <a:ext uri="{FF2B5EF4-FFF2-40B4-BE49-F238E27FC236}">
                  <a16:creationId xmlns:a16="http://schemas.microsoft.com/office/drawing/2014/main" id="{BEDE35C5-B2C6-440A-B9F4-880114B3D39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72480" y="5158422"/>
              <a:ext cx="6319520" cy="120745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20400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E09CEA-399B-4FA4-8C52-28521C3A4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768" y="214313"/>
            <a:ext cx="10515600" cy="750483"/>
          </a:xfrm>
        </p:spPr>
        <p:txBody>
          <a:bodyPr>
            <a:noAutofit/>
          </a:bodyPr>
          <a:lstStyle/>
          <a:p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  <a:t>  </a:t>
            </a:r>
            <a:r>
              <a:rPr lang="fr-FR" sz="4000" b="1" kern="1200" dirty="0">
                <a:solidFill>
                  <a:srgbClr val="C00000"/>
                </a:solidFill>
                <a:latin typeface="Garamond" panose="02020404030301010803" pitchFamily="18" charset="0"/>
                <a:ea typeface="+mj-ea"/>
                <a:cs typeface="+mj-cs"/>
              </a:rPr>
              <a:t>Composants</a:t>
            </a:r>
            <a:r>
              <a:rPr lang="fr-FR" sz="4000" dirty="0">
                <a:solidFill>
                  <a:srgbClr val="002060"/>
                </a:solidFill>
                <a:latin typeface="Garamond" panose="02020404030301010803" pitchFamily="18" charset="0"/>
              </a:rPr>
              <a:t> </a:t>
            </a:r>
            <a:r>
              <a:rPr lang="fr-FR" sz="4000" b="1" kern="1200" dirty="0">
                <a:solidFill>
                  <a:srgbClr val="C00000"/>
                </a:solidFill>
                <a:latin typeface="Garamond" panose="02020404030301010803" pitchFamily="18" charset="0"/>
                <a:ea typeface="+mj-ea"/>
                <a:cs typeface="+mj-cs"/>
              </a:rPr>
              <a:t>OSPF : Structures de données</a:t>
            </a:r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endParaRPr lang="fr-FR" sz="4000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E64811D-9D04-4201-A46A-DF29DBE0CC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DE1BBAD-DDBB-423B-940E-F198F3FCA223}" type="slidenum">
              <a:rPr lang="fr-FR" smtClean="0"/>
              <a:pPr/>
              <a:t>16</a:t>
            </a:fld>
            <a:endParaRPr lang="fr-FR" dirty="0"/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2"/>
          <a:srcRect b="5304"/>
          <a:stretch>
            <a:fillRect/>
          </a:stretch>
        </p:blipFill>
        <p:spPr bwMode="auto">
          <a:xfrm>
            <a:off x="1277011" y="1055078"/>
            <a:ext cx="9555112" cy="57549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122814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E09CEA-399B-4FA4-8C52-28521C3A4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768" y="214313"/>
            <a:ext cx="10515600" cy="750483"/>
          </a:xfrm>
        </p:spPr>
        <p:txBody>
          <a:bodyPr>
            <a:noAutofit/>
          </a:bodyPr>
          <a:lstStyle/>
          <a:p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  <a:t>     </a:t>
            </a:r>
            <a:r>
              <a:rPr lang="fr-BE" sz="4000" b="1" kern="1200" dirty="0">
                <a:solidFill>
                  <a:srgbClr val="C00000"/>
                </a:solidFill>
                <a:latin typeface="Garamond" panose="02020404030301010803" pitchFamily="18" charset="0"/>
                <a:ea typeface="+mj-ea"/>
                <a:cs typeface="+mj-cs"/>
              </a:rPr>
              <a:t>Messages OSPF (1/2)</a:t>
            </a:r>
            <a:br>
              <a:rPr lang="fr-BE" sz="4000" b="1" kern="1200" dirty="0">
                <a:solidFill>
                  <a:srgbClr val="C00000"/>
                </a:solidFill>
                <a:latin typeface="Garamond" panose="02020404030301010803" pitchFamily="18" charset="0"/>
                <a:ea typeface="+mj-ea"/>
                <a:cs typeface="+mj-cs"/>
              </a:rPr>
            </a:br>
            <a:br>
              <a:rPr lang="fr-BE" sz="4000" b="1" kern="1200" dirty="0">
                <a:solidFill>
                  <a:srgbClr val="C00000"/>
                </a:solidFill>
                <a:latin typeface="Garamond" panose="02020404030301010803" pitchFamily="18" charset="0"/>
                <a:ea typeface="+mj-ea"/>
                <a:cs typeface="+mj-cs"/>
              </a:rPr>
            </a:br>
            <a:endParaRPr lang="fr-FR" sz="4000" b="1" kern="1200" dirty="0">
              <a:solidFill>
                <a:srgbClr val="C00000"/>
              </a:solidFill>
              <a:latin typeface="Garamond" panose="02020404030301010803" pitchFamily="18" charset="0"/>
              <a:ea typeface="+mj-ea"/>
              <a:cs typeface="+mj-cs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6CA43C8-ED99-48A3-AE53-C80CB5D14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3104" y="1160745"/>
            <a:ext cx="11208346" cy="4754280"/>
          </a:xfrm>
        </p:spPr>
        <p:txBody>
          <a:bodyPr>
            <a:normAutofit/>
          </a:bodyPr>
          <a:lstStyle/>
          <a:p>
            <a:pPr marL="342900" indent="-342900" algn="just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fr-FR" sz="2400" dirty="0">
                <a:latin typeface="Garamond" panose="02020404030301010803" pitchFamily="18" charset="0"/>
              </a:rPr>
              <a:t>Les routeurs qui exécutent OSPF échangent des messages pour transmettre les informations de routage via cinq types de paquets. </a:t>
            </a:r>
            <a:endParaRPr lang="fr-BE" sz="2400" dirty="0">
              <a:latin typeface="Garamond" panose="02020404030301010803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fr-BE" sz="2400" dirty="0">
                <a:latin typeface="Garamond" panose="02020404030301010803" pitchFamily="18" charset="0"/>
              </a:rPr>
              <a:t>Ceux-ci sont utilisés pour détecter les routeurs voisins et échanger des informations de routage afin de garantir l'exactitude des données relatives au réseau.</a:t>
            </a:r>
            <a:endParaRPr lang="en-US" sz="2400" dirty="0">
              <a:latin typeface="Garamond" panose="02020404030301010803" pitchFamily="18" charset="0"/>
            </a:endParaRPr>
          </a:p>
          <a:p>
            <a:pPr marL="457200" indent="-457200" algn="just" defTabSz="814365">
              <a:spcBef>
                <a:spcPct val="50000"/>
              </a:spcBef>
              <a:buClr>
                <a:srgbClr val="000000"/>
              </a:buClr>
              <a:buFont typeface="Arial"/>
              <a:buAutoNum type="arabicPeriod"/>
            </a:pPr>
            <a:endParaRPr lang="fr-FR" sz="2000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E64811D-9D04-4201-A46A-DF29DBE0CC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DE1BBAD-DDBB-423B-940E-F198F3FCA223}" type="slidenum">
              <a:rPr lang="fr-FR" smtClean="0"/>
              <a:pPr/>
              <a:t>17</a:t>
            </a:fld>
            <a:endParaRPr lang="fr-FR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793088" y="3203823"/>
            <a:ext cx="8201143" cy="35418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970116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E09CEA-399B-4FA4-8C52-28521C3A4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768" y="214313"/>
            <a:ext cx="10515600" cy="750483"/>
          </a:xfrm>
        </p:spPr>
        <p:txBody>
          <a:bodyPr>
            <a:noAutofit/>
          </a:bodyPr>
          <a:lstStyle/>
          <a:p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  <a:t>      </a:t>
            </a:r>
            <a:r>
              <a:rPr lang="fr-BE" sz="4000" b="1" kern="1200" dirty="0">
                <a:solidFill>
                  <a:srgbClr val="C00000"/>
                </a:solidFill>
                <a:latin typeface="Garamond" panose="02020404030301010803" pitchFamily="18" charset="0"/>
                <a:ea typeface="+mj-ea"/>
                <a:cs typeface="+mj-cs"/>
              </a:rPr>
              <a:t>Messages</a:t>
            </a:r>
            <a: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  <a:t> </a:t>
            </a:r>
            <a:r>
              <a:rPr lang="fr-BE" sz="4000" b="1" kern="1200" dirty="0">
                <a:solidFill>
                  <a:srgbClr val="C00000"/>
                </a:solidFill>
                <a:latin typeface="Garamond" panose="02020404030301010803" pitchFamily="18" charset="0"/>
                <a:ea typeface="+mj-ea"/>
                <a:cs typeface="+mj-cs"/>
              </a:rPr>
              <a:t>OSPF (2/2)</a:t>
            </a:r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endParaRPr lang="fr-FR" sz="4000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E64811D-9D04-4201-A46A-DF29DBE0CC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DE1BBAD-DDBB-423B-940E-F198F3FCA223}" type="slidenum">
              <a:rPr lang="fr-FR" smtClean="0"/>
              <a:pPr/>
              <a:t>18</a:t>
            </a:fld>
            <a:endParaRPr lang="fr-FR" dirty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077117" y="1096758"/>
            <a:ext cx="9776251" cy="51548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872353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E09CEA-399B-4FA4-8C52-28521C3A4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768" y="214313"/>
            <a:ext cx="10515600" cy="750483"/>
          </a:xfrm>
        </p:spPr>
        <p:txBody>
          <a:bodyPr>
            <a:noAutofit/>
          </a:bodyPr>
          <a:lstStyle/>
          <a:p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  <a:t>     </a:t>
            </a:r>
            <a:r>
              <a:rPr lang="fr-BE" sz="4000" b="1" kern="1200" dirty="0">
                <a:solidFill>
                  <a:srgbClr val="C00000"/>
                </a:solidFill>
                <a:latin typeface="Garamond" panose="02020404030301010803" pitchFamily="18" charset="0"/>
                <a:ea typeface="+mj-ea"/>
                <a:cs typeface="+mj-cs"/>
              </a:rPr>
              <a:t>Métrique OSPF (coût) (1/2)</a:t>
            </a:r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endParaRPr lang="fr-FR" sz="4000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6CA43C8-ED99-48A3-AE53-C80CB5D14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3104" y="1160745"/>
            <a:ext cx="11208346" cy="4754280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fr-FR" dirty="0">
                <a:solidFill>
                  <a:srgbClr val="C00000"/>
                </a:solidFill>
                <a:latin typeface="Garamond" panose="02020404030301010803" pitchFamily="18" charset="0"/>
              </a:rPr>
              <a:t>Coût = bande passante de référence / bande passante de l'interface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fr-FR" dirty="0">
                <a:latin typeface="Garamond" panose="02020404030301010803" pitchFamily="18" charset="0"/>
              </a:rPr>
              <a:t>La bande passante de référence par défaut correspond à 10^8 (100 000 000)</a:t>
            </a:r>
            <a:r>
              <a:rPr lang="fr-BE" dirty="0">
                <a:latin typeface="Garamond" panose="02020404030301010803" pitchFamily="18" charset="0"/>
              </a:rPr>
              <a:t> bit/s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fr-BE" dirty="0">
                <a:solidFill>
                  <a:srgbClr val="C00000"/>
                </a:solidFill>
                <a:latin typeface="Garamond" panose="02020404030301010803" pitchFamily="18" charset="0"/>
              </a:rPr>
              <a:t>Coût_route = somme des coûts des liaisons qui forment la route (coût cumulé)</a:t>
            </a:r>
            <a:endParaRPr lang="en-US" dirty="0">
              <a:solidFill>
                <a:srgbClr val="C00000"/>
              </a:solidFill>
              <a:latin typeface="Garamond" panose="02020404030301010803" pitchFamily="18" charset="0"/>
            </a:endParaRPr>
          </a:p>
          <a:p>
            <a:pPr marL="457200" indent="-457200" algn="just" defTabSz="814365">
              <a:lnSpc>
                <a:spcPct val="100000"/>
              </a:lnSpc>
              <a:spcBef>
                <a:spcPct val="50000"/>
              </a:spcBef>
              <a:buClr>
                <a:srgbClr val="000000"/>
              </a:buClr>
              <a:buFont typeface="Arial"/>
              <a:buAutoNum type="arabicPeriod"/>
            </a:pPr>
            <a:endParaRPr lang="fr-FR" sz="2400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E64811D-9D04-4201-A46A-DF29DBE0CC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DE1BBAD-DDBB-423B-940E-F198F3FCA223}" type="slidenum">
              <a:rPr lang="fr-FR" smtClean="0"/>
              <a:pPr/>
              <a:t>19</a:t>
            </a:fld>
            <a:endParaRPr lang="fr-FR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8561" y="3267075"/>
            <a:ext cx="8620618" cy="327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828267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E09CEA-399B-4FA4-8C52-28521C3A4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768" y="214313"/>
            <a:ext cx="10515600" cy="750483"/>
          </a:xfrm>
        </p:spPr>
        <p:txBody>
          <a:bodyPr>
            <a:noAutofit/>
          </a:bodyPr>
          <a:lstStyle/>
          <a:p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  <a:t>     </a:t>
            </a:r>
            <a:r>
              <a:rPr lang="fr-BE" sz="4000" b="1" kern="1200" dirty="0">
                <a:solidFill>
                  <a:srgbClr val="C00000"/>
                </a:solidFill>
                <a:latin typeface="Garamond" panose="02020404030301010803" pitchFamily="18" charset="0"/>
                <a:ea typeface="+mj-ea"/>
                <a:cs typeface="+mj-cs"/>
              </a:rPr>
              <a:t>Métrique</a:t>
            </a:r>
            <a: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  <a:t> </a:t>
            </a:r>
            <a:r>
              <a:rPr lang="fr-BE" sz="4000" b="1" kern="1200" dirty="0">
                <a:solidFill>
                  <a:srgbClr val="C00000"/>
                </a:solidFill>
                <a:latin typeface="Garamond" panose="02020404030301010803" pitchFamily="18" charset="0"/>
                <a:ea typeface="+mj-ea"/>
                <a:cs typeface="+mj-cs"/>
              </a:rPr>
              <a:t>OSPF (coût) (2/2)</a:t>
            </a:r>
            <a:br>
              <a:rPr lang="fr-BE" sz="4000" b="1" kern="1200" dirty="0">
                <a:solidFill>
                  <a:srgbClr val="C00000"/>
                </a:solidFill>
                <a:latin typeface="Garamond" panose="02020404030301010803" pitchFamily="18" charset="0"/>
                <a:ea typeface="+mj-ea"/>
                <a:cs typeface="+mj-cs"/>
              </a:rPr>
            </a:br>
            <a:endParaRPr lang="fr-FR" sz="4000" b="1" kern="1200" dirty="0">
              <a:solidFill>
                <a:srgbClr val="C00000"/>
              </a:solidFill>
              <a:latin typeface="Garamond" panose="02020404030301010803" pitchFamily="18" charset="0"/>
              <a:ea typeface="+mj-ea"/>
              <a:cs typeface="+mj-cs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E64811D-9D04-4201-A46A-DF29DBE0CC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DE1BBAD-DDBB-423B-940E-F198F3FCA223}" type="slidenum">
              <a:rPr lang="fr-FR" smtClean="0"/>
              <a:pPr/>
              <a:t>20</a:t>
            </a:fld>
            <a:endParaRPr lang="fr-FR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510" y="1147715"/>
            <a:ext cx="10330979" cy="539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472257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E09CEA-399B-4FA4-8C52-28521C3A4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768" y="214313"/>
            <a:ext cx="10515600" cy="750483"/>
          </a:xfrm>
        </p:spPr>
        <p:txBody>
          <a:bodyPr>
            <a:noAutofit/>
          </a:bodyPr>
          <a:lstStyle/>
          <a:p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  <a:t>        </a:t>
            </a:r>
            <a:r>
              <a:rPr lang="fr-BE" sz="4000" b="1" kern="1200" dirty="0">
                <a:solidFill>
                  <a:srgbClr val="C00000"/>
                </a:solidFill>
                <a:latin typeface="Garamond" panose="02020404030301010803" pitchFamily="18" charset="0"/>
                <a:ea typeface="+mj-ea"/>
                <a:cs typeface="+mj-cs"/>
              </a:rPr>
              <a:t>Algorithme</a:t>
            </a:r>
            <a: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  <a:t> </a:t>
            </a:r>
            <a:r>
              <a:rPr lang="fr-BE" sz="4000" b="1" kern="1200" dirty="0">
                <a:solidFill>
                  <a:srgbClr val="C00000"/>
                </a:solidFill>
                <a:latin typeface="Garamond" panose="02020404030301010803" pitchFamily="18" charset="0"/>
                <a:ea typeface="+mj-ea"/>
                <a:cs typeface="+mj-cs"/>
              </a:rPr>
              <a:t>SPF</a:t>
            </a:r>
            <a: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  <a:t> </a:t>
            </a:r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endParaRPr lang="fr-FR" sz="4000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6CA43C8-ED99-48A3-AE53-C80CB5D14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3104" y="1160745"/>
            <a:ext cx="11208346" cy="4754280"/>
          </a:xfrm>
        </p:spPr>
        <p:txBody>
          <a:bodyPr>
            <a:normAutofit/>
          </a:bodyPr>
          <a:lstStyle/>
          <a:p>
            <a:pPr marL="342900" indent="-342900" algn="just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fr-FR" sz="2400" dirty="0">
                <a:latin typeface="Garamond" panose="02020404030301010803" pitchFamily="18" charset="0"/>
              </a:rPr>
              <a:t>Le routeur crée la table topologique à l'aide des résultats de calculs basés sur l'algorithme SPF de Dijkstra. </a:t>
            </a:r>
          </a:p>
          <a:p>
            <a:pPr marL="342900" indent="-342900" algn="just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fr-FR" sz="2400" dirty="0">
                <a:latin typeface="Garamond" panose="02020404030301010803" pitchFamily="18" charset="0"/>
              </a:rPr>
              <a:t>L'algorithme SPF est basé sur le coût cumulé permettant d'atteindre une destination.</a:t>
            </a:r>
          </a:p>
          <a:p>
            <a:pPr marL="342900" indent="-342900" algn="just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fr-FR" sz="2400" dirty="0">
                <a:latin typeface="Garamond" panose="02020404030301010803" pitchFamily="18" charset="0"/>
              </a:rPr>
              <a:t>L'algorithme SPF crée une arborescence SPF en plaçant chaque routeur à la racine de l'arborescence et en calculant le plus court chemin vers chaque nœud. </a:t>
            </a:r>
          </a:p>
          <a:p>
            <a:pPr marL="342900" indent="-342900" algn="just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fr-FR" sz="2400" dirty="0">
                <a:latin typeface="Garamond" panose="02020404030301010803" pitchFamily="18" charset="0"/>
              </a:rPr>
              <a:t>L'arborescence SPF est ensuite utilisée pour calculer les meilleures routes. </a:t>
            </a:r>
          </a:p>
          <a:p>
            <a:pPr marL="342900" indent="-342900" algn="just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fr-FR" sz="2400" dirty="0">
                <a:latin typeface="Garamond" panose="02020404030301010803" pitchFamily="18" charset="0"/>
              </a:rPr>
              <a:t>Le protocole OSPF insère les meilleures routes dans la base de données de réacheminement, qui est utilisée pour créer la table de routage.</a:t>
            </a:r>
            <a:endParaRPr lang="en-US" sz="2400" dirty="0">
              <a:latin typeface="Garamond" panose="02020404030301010803" pitchFamily="18" charset="0"/>
            </a:endParaRPr>
          </a:p>
          <a:p>
            <a:pPr marL="457200" indent="-457200" algn="just" defTabSz="814365">
              <a:spcBef>
                <a:spcPct val="50000"/>
              </a:spcBef>
              <a:buClr>
                <a:srgbClr val="000000"/>
              </a:buClr>
              <a:buFont typeface="Arial"/>
              <a:buAutoNum type="arabicPeriod"/>
            </a:pPr>
            <a:endParaRPr lang="fr-FR" sz="2000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E64811D-9D04-4201-A46A-DF29DBE0CC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DE1BBAD-DDBB-423B-940E-F198F3FCA223}" type="slidenum">
              <a:rPr lang="fr-FR" smtClean="0"/>
              <a:pPr/>
              <a:t>21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357814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E09CEA-399B-4FA4-8C52-28521C3A4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768" y="214313"/>
            <a:ext cx="10515600" cy="750483"/>
          </a:xfrm>
        </p:spPr>
        <p:txBody>
          <a:bodyPr>
            <a:noAutofit/>
          </a:bodyPr>
          <a:lstStyle/>
          <a:p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  <a:t>      </a:t>
            </a:r>
            <a:r>
              <a:rPr lang="fr-BE" sz="4000" b="1" kern="1200" dirty="0">
                <a:solidFill>
                  <a:srgbClr val="C00000"/>
                </a:solidFill>
                <a:latin typeface="Garamond" panose="02020404030301010803" pitchFamily="18" charset="0"/>
                <a:ea typeface="+mj-ea"/>
                <a:cs typeface="+mj-cs"/>
              </a:rPr>
              <a:t>Fonctionnement</a:t>
            </a:r>
            <a: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  <a:t> </a:t>
            </a:r>
            <a:r>
              <a:rPr lang="fr-BE" sz="4000" b="1" kern="1200" dirty="0">
                <a:solidFill>
                  <a:srgbClr val="C00000"/>
                </a:solidFill>
                <a:latin typeface="Garamond" panose="02020404030301010803" pitchFamily="18" charset="0"/>
                <a:ea typeface="+mj-ea"/>
                <a:cs typeface="+mj-cs"/>
              </a:rPr>
              <a:t>(1/5)</a:t>
            </a:r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endParaRPr lang="fr-FR" sz="4000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6CA43C8-ED99-48A3-AE53-C80CB5D14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83148" y="1991345"/>
            <a:ext cx="5157788" cy="4754280"/>
          </a:xfrm>
        </p:spPr>
        <p:txBody>
          <a:bodyPr>
            <a:normAutofit/>
          </a:bodyPr>
          <a:lstStyle/>
          <a:p>
            <a:pPr marL="342900" indent="-342900" algn="just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fr-FR" sz="2400" dirty="0">
                <a:latin typeface="Garamond" panose="02020404030301010803" pitchFamily="18" charset="0"/>
              </a:rPr>
              <a:t>Un routeur compatible OSPF envoie des paquets Hello à partir des interfaces compatibles OSPF pour déterminer si des voisins se trouvent sur ces liens. 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fr-FR" sz="2400" dirty="0">
                <a:latin typeface="Garamond" panose="02020404030301010803" pitchFamily="18" charset="0"/>
              </a:rPr>
              <a:t>Si un voisin est présent, le routeur compatible OSPF tente d'établir une contiguïté de voisinage avec celui-ci.</a:t>
            </a:r>
            <a:endParaRPr lang="fr-BE" sz="2400" dirty="0">
              <a:latin typeface="Garamond" panose="02020404030301010803" pitchFamily="18" charset="0"/>
            </a:endParaRPr>
          </a:p>
          <a:p>
            <a:pPr marL="0" indent="0" algn="just" defTabSz="814365">
              <a:spcBef>
                <a:spcPct val="50000"/>
              </a:spcBef>
              <a:buClr>
                <a:srgbClr val="000000"/>
              </a:buClr>
              <a:buNone/>
            </a:pPr>
            <a:endParaRPr lang="fr-FR" sz="2000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E64811D-9D04-4201-A46A-DF29DBE0CC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DE1BBAD-DDBB-423B-940E-F198F3FCA223}" type="slidenum">
              <a:rPr lang="fr-FR" smtClean="0"/>
              <a:pPr/>
              <a:t>22</a:t>
            </a:fld>
            <a:endParaRPr lang="fr-FR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1378851"/>
            <a:ext cx="6883148" cy="50698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775498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E09CEA-399B-4FA4-8C52-28521C3A4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768" y="214313"/>
            <a:ext cx="10515600" cy="750483"/>
          </a:xfrm>
        </p:spPr>
        <p:txBody>
          <a:bodyPr>
            <a:noAutofit/>
          </a:bodyPr>
          <a:lstStyle/>
          <a:p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  <a:t>      </a:t>
            </a:r>
            <a:r>
              <a:rPr lang="fr-BE" sz="4000" b="1" kern="1200" dirty="0">
                <a:solidFill>
                  <a:srgbClr val="C00000"/>
                </a:solidFill>
                <a:latin typeface="Garamond" panose="02020404030301010803" pitchFamily="18" charset="0"/>
                <a:ea typeface="+mj-ea"/>
                <a:cs typeface="+mj-cs"/>
              </a:rPr>
              <a:t>Fonctionnement</a:t>
            </a:r>
            <a: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  <a:t> </a:t>
            </a:r>
            <a:r>
              <a:rPr lang="fr-BE" sz="4000" b="1" kern="1200" dirty="0">
                <a:solidFill>
                  <a:srgbClr val="C00000"/>
                </a:solidFill>
                <a:latin typeface="Garamond" panose="02020404030301010803" pitchFamily="18" charset="0"/>
                <a:ea typeface="+mj-ea"/>
                <a:cs typeface="+mj-cs"/>
              </a:rPr>
              <a:t>(2/5)</a:t>
            </a:r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endParaRPr lang="fr-FR" sz="4000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6CA43C8-ED99-48A3-AE53-C80CB5D14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02664" y="1889407"/>
            <a:ext cx="5157788" cy="4754280"/>
          </a:xfrm>
        </p:spPr>
        <p:txBody>
          <a:bodyPr>
            <a:normAutofit/>
          </a:bodyPr>
          <a:lstStyle/>
          <a:p>
            <a:pPr marL="342900" indent="-342900" algn="just">
              <a:spcAft>
                <a:spcPts val="800"/>
              </a:spcAft>
              <a:buFont typeface="Wingdings"/>
              <a:buChar char="§"/>
            </a:pPr>
            <a:r>
              <a:rPr lang="fr-BE" sz="2400" dirty="0">
                <a:latin typeface="Garamond" panose="02020404030301010803" pitchFamily="18" charset="0"/>
              </a:rPr>
              <a:t>Les LSA contiennent l'état et le coût de chaque lien connecté directement. </a:t>
            </a:r>
            <a:endParaRPr lang="en-US" sz="2400" dirty="0">
              <a:latin typeface="Garamond" panose="02020404030301010803" pitchFamily="18" charset="0"/>
            </a:endParaRPr>
          </a:p>
          <a:p>
            <a:pPr marL="342900" indent="-342900" algn="just">
              <a:spcAft>
                <a:spcPts val="800"/>
              </a:spcAft>
              <a:buFont typeface="Wingdings"/>
              <a:buChar char="§"/>
            </a:pPr>
            <a:r>
              <a:rPr lang="fr-BE" sz="2400" dirty="0">
                <a:latin typeface="Garamond" panose="02020404030301010803" pitchFamily="18" charset="0"/>
              </a:rPr>
              <a:t>Les routeurs transmettent leurs LSA aux voisins contigus. </a:t>
            </a:r>
            <a:endParaRPr lang="en-US" sz="2400" dirty="0">
              <a:latin typeface="Garamond" panose="02020404030301010803" pitchFamily="18" charset="0"/>
            </a:endParaRPr>
          </a:p>
          <a:p>
            <a:pPr marL="342900" indent="-342900" algn="just">
              <a:buFont typeface="Wingdings"/>
              <a:buChar char="§"/>
            </a:pPr>
            <a:r>
              <a:rPr lang="fr-BE" sz="2400" dirty="0">
                <a:latin typeface="Garamond" panose="02020404030301010803" pitchFamily="18" charset="0"/>
              </a:rPr>
              <a:t>Les voisins contigus recevant des LSA les diffusent immédiatement aux autres voisins connectés directement, jusqu'à ce que tous les routeurs de la zone aient tous les LSA.</a:t>
            </a:r>
          </a:p>
          <a:p>
            <a:pPr marL="0" indent="0" algn="just" defTabSz="814365">
              <a:spcBef>
                <a:spcPct val="50000"/>
              </a:spcBef>
              <a:buClr>
                <a:srgbClr val="000000"/>
              </a:buClr>
              <a:buNone/>
            </a:pPr>
            <a:endParaRPr lang="fr-FR" sz="2000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E64811D-9D04-4201-A46A-DF29DBE0CC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DE1BBAD-DDBB-423B-940E-F198F3FCA223}" type="slidenum">
              <a:rPr lang="fr-FR" smtClean="0"/>
              <a:pPr/>
              <a:t>23</a:t>
            </a:fld>
            <a:endParaRPr lang="fr-FR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1162" y="1482293"/>
            <a:ext cx="6550401" cy="48517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206779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E09CEA-399B-4FA4-8C52-28521C3A4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768" y="214313"/>
            <a:ext cx="10515600" cy="750483"/>
          </a:xfrm>
        </p:spPr>
        <p:txBody>
          <a:bodyPr>
            <a:noAutofit/>
          </a:bodyPr>
          <a:lstStyle/>
          <a:p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  <a:t>     </a:t>
            </a:r>
            <a:r>
              <a:rPr lang="fr-BE" sz="4000" b="1" kern="1200" dirty="0">
                <a:solidFill>
                  <a:srgbClr val="C00000"/>
                </a:solidFill>
                <a:latin typeface="Garamond" panose="02020404030301010803" pitchFamily="18" charset="0"/>
                <a:ea typeface="+mj-ea"/>
                <a:cs typeface="+mj-cs"/>
              </a:rPr>
              <a:t>Fonctionnement</a:t>
            </a:r>
            <a: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  <a:t> </a:t>
            </a:r>
            <a:r>
              <a:rPr lang="fr-BE" sz="4000" b="1" kern="1200" dirty="0">
                <a:solidFill>
                  <a:srgbClr val="C00000"/>
                </a:solidFill>
                <a:latin typeface="Garamond" panose="02020404030301010803" pitchFamily="18" charset="0"/>
                <a:ea typeface="+mj-ea"/>
                <a:cs typeface="+mj-cs"/>
              </a:rPr>
              <a:t>(3/5)</a:t>
            </a:r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endParaRPr lang="fr-FR" sz="4000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6CA43C8-ED99-48A3-AE53-C80CB5D14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9688" y="2472531"/>
            <a:ext cx="8479104" cy="1912937"/>
          </a:xfrm>
        </p:spPr>
        <p:txBody>
          <a:bodyPr>
            <a:normAutofit fontScale="25000" lnSpcReduction="20000"/>
          </a:bodyPr>
          <a:lstStyle/>
          <a:p>
            <a:pPr marL="342900" indent="-342900">
              <a:lnSpc>
                <a:spcPct val="100000"/>
              </a:lnSpc>
              <a:buFont typeface="Wingdings"/>
              <a:buChar char="§"/>
            </a:pPr>
            <a:r>
              <a:rPr lang="fr-BE" sz="9600" dirty="0">
                <a:latin typeface="Garamond" panose="02020404030301010803" pitchFamily="18" charset="0"/>
              </a:rPr>
              <a:t>Créer la table topologique à partir des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fr-BE" sz="9600" dirty="0">
                <a:latin typeface="Garamond" panose="02020404030301010803" pitchFamily="18" charset="0"/>
              </a:rPr>
              <a:t>    LSA reçues. </a:t>
            </a:r>
            <a:endParaRPr lang="en-US" sz="9600" dirty="0">
              <a:latin typeface="Garamond" panose="02020404030301010803" pitchFamily="18" charset="0"/>
            </a:endParaRPr>
          </a:p>
          <a:p>
            <a:pPr marL="342900" indent="-342900">
              <a:lnSpc>
                <a:spcPct val="100000"/>
              </a:lnSpc>
              <a:buFont typeface="Wingdings"/>
              <a:buChar char="§"/>
            </a:pPr>
            <a:r>
              <a:rPr lang="fr-BE" sz="9600" dirty="0">
                <a:latin typeface="Garamond" panose="02020404030301010803" pitchFamily="18" charset="0"/>
              </a:rPr>
              <a:t>Cette base de données stocke toutes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fr-BE" sz="9600" dirty="0">
                <a:latin typeface="Garamond" panose="02020404030301010803" pitchFamily="18" charset="0"/>
              </a:rPr>
              <a:t>   les informations relatives à la topologie du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fr-BE" sz="9600" dirty="0">
                <a:latin typeface="Garamond" panose="02020404030301010803" pitchFamily="18" charset="0"/>
              </a:rPr>
              <a:t>   réseau.</a:t>
            </a:r>
          </a:p>
          <a:p>
            <a:pPr marL="342900" indent="-342900" algn="just">
              <a:spcAft>
                <a:spcPts val="800"/>
              </a:spcAft>
              <a:buFont typeface="Wingdings"/>
              <a:buChar char="§"/>
            </a:pPr>
            <a:endParaRPr lang="fr-FR" sz="2400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E64811D-9D04-4201-A46A-DF29DBE0CC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DE1BBAD-DDBB-423B-940E-F198F3FCA223}" type="slidenum">
              <a:rPr lang="fr-FR" smtClean="0"/>
              <a:pPr/>
              <a:t>24</a:t>
            </a:fld>
            <a:endParaRPr lang="fr-FR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3250" y="1753525"/>
            <a:ext cx="6882938" cy="3350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2194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E09CEA-399B-4FA4-8C52-28521C3A4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768" y="214313"/>
            <a:ext cx="10515600" cy="750483"/>
          </a:xfrm>
        </p:spPr>
        <p:txBody>
          <a:bodyPr>
            <a:noAutofit/>
          </a:bodyPr>
          <a:lstStyle/>
          <a:p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  <a:t>      </a:t>
            </a:r>
            <a:r>
              <a:rPr lang="fr-BE" sz="4000" b="1" kern="1200" dirty="0">
                <a:solidFill>
                  <a:srgbClr val="C00000"/>
                </a:solidFill>
                <a:latin typeface="Garamond" panose="02020404030301010803" pitchFamily="18" charset="0"/>
                <a:ea typeface="+mj-ea"/>
                <a:cs typeface="+mj-cs"/>
              </a:rPr>
              <a:t>Fonctionnement</a:t>
            </a:r>
            <a: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  <a:t> </a:t>
            </a:r>
            <a:r>
              <a:rPr lang="fr-BE" sz="4000" b="1" kern="1200" dirty="0">
                <a:solidFill>
                  <a:srgbClr val="C00000"/>
                </a:solidFill>
                <a:latin typeface="Garamond" panose="02020404030301010803" pitchFamily="18" charset="0"/>
                <a:ea typeface="+mj-ea"/>
                <a:cs typeface="+mj-cs"/>
              </a:rPr>
              <a:t>(4/5)</a:t>
            </a:r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endParaRPr lang="fr-FR" sz="4000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6CA43C8-ED99-48A3-AE53-C80CB5D14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58045" y="2351088"/>
            <a:ext cx="5127919" cy="1912937"/>
          </a:xfrm>
        </p:spPr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/>
              <a:buChar char="§"/>
            </a:pPr>
            <a:r>
              <a:rPr lang="fr-FR" sz="2400" dirty="0">
                <a:latin typeface="Garamond" panose="02020404030301010803" pitchFamily="18" charset="0"/>
              </a:rPr>
              <a:t>Les routeurs exécutent ensuite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fr-FR" sz="2400" dirty="0">
                <a:latin typeface="Garamond" panose="02020404030301010803" pitchFamily="18" charset="0"/>
              </a:rPr>
              <a:t>     l'algorithme SPF. </a:t>
            </a:r>
          </a:p>
          <a:p>
            <a:pPr marL="342900" indent="-342900" algn="just">
              <a:lnSpc>
                <a:spcPct val="100000"/>
              </a:lnSpc>
              <a:buFont typeface="Wingdings"/>
              <a:buChar char="§"/>
            </a:pPr>
            <a:r>
              <a:rPr lang="fr-FR" sz="2400" dirty="0">
                <a:latin typeface="Garamond" panose="02020404030301010803" pitchFamily="18" charset="0"/>
              </a:rPr>
              <a:t>L'algorithme SPF crée l'arborescence 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fr-FR" sz="2400" dirty="0">
                <a:latin typeface="Garamond" panose="02020404030301010803" pitchFamily="18" charset="0"/>
              </a:rPr>
              <a:t>     SPF.</a:t>
            </a:r>
            <a:endParaRPr lang="fr-BE" sz="2400" dirty="0">
              <a:latin typeface="Garamond" panose="02020404030301010803" pitchFamily="18" charset="0"/>
            </a:endParaRPr>
          </a:p>
          <a:p>
            <a:pPr marL="0" indent="0" algn="just">
              <a:spcAft>
                <a:spcPts val="800"/>
              </a:spcAft>
              <a:buNone/>
            </a:pPr>
            <a:endParaRPr lang="fr-FR" sz="2400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E64811D-9D04-4201-A46A-DF29DBE0CC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DE1BBAD-DDBB-423B-940E-F198F3FCA223}" type="slidenum">
              <a:rPr lang="fr-FR" smtClean="0"/>
              <a:pPr/>
              <a:t>25</a:t>
            </a:fld>
            <a:endParaRPr lang="fr-FR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2880" y="1299216"/>
            <a:ext cx="7400925" cy="5007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7276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E09CEA-399B-4FA4-8C52-28521C3A4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768" y="214313"/>
            <a:ext cx="10515600" cy="750483"/>
          </a:xfrm>
        </p:spPr>
        <p:txBody>
          <a:bodyPr>
            <a:noAutofit/>
          </a:bodyPr>
          <a:lstStyle/>
          <a:p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r>
              <a:rPr lang="fr-BE" sz="4000" b="1" kern="1200" dirty="0">
                <a:solidFill>
                  <a:srgbClr val="C00000"/>
                </a:solidFill>
                <a:latin typeface="Garamond" panose="02020404030301010803" pitchFamily="18" charset="0"/>
                <a:ea typeface="+mj-ea"/>
                <a:cs typeface="+mj-cs"/>
              </a:rPr>
              <a:t>Fonctionnement</a:t>
            </a:r>
            <a: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  <a:t> </a:t>
            </a:r>
            <a:r>
              <a:rPr lang="fr-BE" sz="4000" b="1" kern="1200" dirty="0">
                <a:solidFill>
                  <a:srgbClr val="C00000"/>
                </a:solidFill>
                <a:latin typeface="Garamond" panose="02020404030301010803" pitchFamily="18" charset="0"/>
                <a:ea typeface="+mj-ea"/>
                <a:cs typeface="+mj-cs"/>
              </a:rPr>
              <a:t>(5/5)</a:t>
            </a:r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endParaRPr lang="fr-FR" sz="4000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6CA43C8-ED99-48A3-AE53-C80CB5D14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01843" y="2351088"/>
            <a:ext cx="4942520" cy="191293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fr-BE" sz="2400" dirty="0">
                <a:latin typeface="Garamond" panose="02020404030301010803" pitchFamily="18" charset="0"/>
                <a:sym typeface="Wingdings" panose="05000000000000000000" pitchFamily="2" charset="2"/>
              </a:rPr>
              <a:t> </a:t>
            </a:r>
            <a:r>
              <a:rPr lang="fr-BE" sz="2400" dirty="0">
                <a:latin typeface="Garamond" panose="02020404030301010803" pitchFamily="18" charset="0"/>
              </a:rPr>
              <a:t>Les meilleurs chemins sont insérés dans la table de routage à partir de l'arborescence SPF. </a:t>
            </a:r>
          </a:p>
          <a:p>
            <a:pPr marL="0" indent="0" algn="just">
              <a:spcAft>
                <a:spcPts val="800"/>
              </a:spcAft>
              <a:buNone/>
            </a:pPr>
            <a:endParaRPr lang="fr-FR" sz="2400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E64811D-9D04-4201-A46A-DF29DBE0CC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DE1BBAD-DDBB-423B-940E-F198F3FCA223}" type="slidenum">
              <a:rPr lang="fr-FR" smtClean="0"/>
              <a:pPr/>
              <a:t>26</a:t>
            </a:fld>
            <a:endParaRPr lang="fr-FR" dirty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1548" y="1195825"/>
            <a:ext cx="6870295" cy="526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407787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E09CEA-399B-4FA4-8C52-28521C3A4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768" y="214313"/>
            <a:ext cx="10515600" cy="750483"/>
          </a:xfrm>
        </p:spPr>
        <p:txBody>
          <a:bodyPr>
            <a:noAutofit/>
          </a:bodyPr>
          <a:lstStyle/>
          <a:p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  <a:t>     </a:t>
            </a:r>
            <a:r>
              <a:rPr lang="fr-BE" sz="4000" b="1" kern="1200" dirty="0">
                <a:solidFill>
                  <a:srgbClr val="C00000"/>
                </a:solidFill>
                <a:latin typeface="Garamond" panose="02020404030301010803" pitchFamily="18" charset="0"/>
                <a:ea typeface="+mj-ea"/>
                <a:cs typeface="+mj-cs"/>
              </a:rPr>
              <a:t>Paquet</a:t>
            </a:r>
            <a: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  <a:t> </a:t>
            </a:r>
            <a:r>
              <a:rPr lang="fr-BE" sz="4000" b="1" kern="1200" dirty="0">
                <a:solidFill>
                  <a:srgbClr val="C00000"/>
                </a:solidFill>
                <a:latin typeface="Garamond" panose="02020404030301010803" pitchFamily="18" charset="0"/>
                <a:ea typeface="+mj-ea"/>
                <a:cs typeface="+mj-cs"/>
              </a:rPr>
              <a:t>Hello (1/2)</a:t>
            </a:r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endParaRPr lang="fr-FR" sz="4000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6CA43C8-ED99-48A3-AE53-C80CB5D14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3104" y="1160745"/>
            <a:ext cx="11208346" cy="4754280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  <a:buNone/>
            </a:pPr>
            <a:r>
              <a:rPr lang="fr-BE" sz="2400" dirty="0">
                <a:latin typeface="Garamond" panose="02020404030301010803" pitchFamily="18" charset="0"/>
              </a:rPr>
              <a:t>Paquet OSPF de type 1 = paquet Hello</a:t>
            </a:r>
          </a:p>
          <a:p>
            <a:pPr algn="just">
              <a:lnSpc>
                <a:spcPct val="100000"/>
              </a:lnSpc>
              <a:buNone/>
            </a:pPr>
            <a:endParaRPr lang="en-US" sz="2400" dirty="0">
              <a:latin typeface="Garamond" panose="02020404030301010803" pitchFamily="18" charset="0"/>
            </a:endParaRPr>
          </a:p>
          <a:p>
            <a:pPr marL="342900" indent="-342900" algn="just">
              <a:lnSpc>
                <a:spcPct val="100000"/>
              </a:lnSpc>
              <a:buFont typeface="Wingdings"/>
              <a:buChar char="§"/>
            </a:pPr>
            <a:r>
              <a:rPr lang="fr-BE" sz="2400" dirty="0">
                <a:latin typeface="Garamond" panose="02020404030301010803" pitchFamily="18" charset="0"/>
              </a:rPr>
              <a:t>Détection des voisins OSPF et établissement des contiguïtés.</a:t>
            </a:r>
            <a:endParaRPr lang="en-US" sz="2400" dirty="0">
              <a:latin typeface="Garamond" panose="02020404030301010803" pitchFamily="18" charset="0"/>
            </a:endParaRPr>
          </a:p>
          <a:p>
            <a:pPr marL="342900" indent="-342900" algn="just">
              <a:lnSpc>
                <a:spcPct val="100000"/>
              </a:lnSpc>
              <a:buFont typeface="Wingdings"/>
              <a:buChar char="§"/>
            </a:pPr>
            <a:r>
              <a:rPr lang="fr-BE" sz="2400" dirty="0">
                <a:latin typeface="Garamond" panose="02020404030301010803" pitchFamily="18" charset="0"/>
              </a:rPr>
              <a:t>Annonce des paramètres sur lesquels deux routeurs doivent s'accorder pour devenir voisins.</a:t>
            </a:r>
            <a:endParaRPr lang="en-US" sz="2400" dirty="0">
              <a:latin typeface="Garamond" panose="02020404030301010803" pitchFamily="18" charset="0"/>
            </a:endParaRPr>
          </a:p>
          <a:p>
            <a:pPr marL="342900" indent="-342900" algn="just">
              <a:lnSpc>
                <a:spcPct val="100000"/>
              </a:lnSpc>
              <a:buFont typeface="Wingdings"/>
              <a:buChar char="§"/>
            </a:pPr>
            <a:r>
              <a:rPr lang="fr-BE" sz="2400" dirty="0">
                <a:latin typeface="Garamond" panose="02020404030301010803" pitchFamily="18" charset="0"/>
              </a:rPr>
              <a:t>Choix du routeur désigné (DR) et du routeur désigné de secours (BDR) sur les réseaux à accès multiple (Ethernet et relais de trames par exemple).</a:t>
            </a:r>
            <a:endParaRPr lang="en-US" sz="2400" dirty="0">
              <a:latin typeface="Garamond" panose="02020404030301010803" pitchFamily="18" charset="0"/>
            </a:endParaRPr>
          </a:p>
          <a:p>
            <a:pPr marL="457200" indent="-457200" algn="just" defTabSz="814365">
              <a:spcBef>
                <a:spcPct val="50000"/>
              </a:spcBef>
              <a:buClr>
                <a:srgbClr val="000000"/>
              </a:buClr>
              <a:buFont typeface="Arial"/>
              <a:buAutoNum type="arabicPeriod"/>
            </a:pPr>
            <a:endParaRPr lang="fr-FR" sz="2000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E64811D-9D04-4201-A46A-DF29DBE0CC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DE1BBAD-DDBB-423B-940E-F198F3FCA223}" type="slidenum">
              <a:rPr lang="fr-FR" smtClean="0"/>
              <a:pPr/>
              <a:t>27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655276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E09CEA-399B-4FA4-8C52-28521C3A4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768" y="214313"/>
            <a:ext cx="10515600" cy="750483"/>
          </a:xfrm>
        </p:spPr>
        <p:txBody>
          <a:bodyPr>
            <a:noAutofit/>
          </a:bodyPr>
          <a:lstStyle/>
          <a:p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  <a:t>     </a:t>
            </a:r>
            <a:r>
              <a:rPr lang="fr-BE" sz="4000" b="1" kern="1200" dirty="0">
                <a:solidFill>
                  <a:srgbClr val="C00000"/>
                </a:solidFill>
                <a:latin typeface="Garamond" panose="02020404030301010803" pitchFamily="18" charset="0"/>
                <a:ea typeface="+mj-ea"/>
                <a:cs typeface="+mj-cs"/>
              </a:rPr>
              <a:t>Paquet</a:t>
            </a:r>
            <a: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  <a:t> </a:t>
            </a:r>
            <a:r>
              <a:rPr lang="fr-BE" sz="4000" b="1" kern="1200" dirty="0">
                <a:solidFill>
                  <a:srgbClr val="C00000"/>
                </a:solidFill>
                <a:latin typeface="Garamond" panose="02020404030301010803" pitchFamily="18" charset="0"/>
                <a:ea typeface="+mj-ea"/>
                <a:cs typeface="+mj-cs"/>
              </a:rPr>
              <a:t>Hello</a:t>
            </a:r>
            <a: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  <a:t> </a:t>
            </a:r>
            <a:r>
              <a:rPr lang="fr-BE" sz="4000" b="1" kern="1200" dirty="0">
                <a:solidFill>
                  <a:srgbClr val="C00000"/>
                </a:solidFill>
                <a:latin typeface="Garamond" panose="02020404030301010803" pitchFamily="18" charset="0"/>
                <a:ea typeface="+mj-ea"/>
                <a:cs typeface="+mj-cs"/>
              </a:rPr>
              <a:t>(2/2)</a:t>
            </a:r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endParaRPr lang="fr-FR" sz="4000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6CA43C8-ED99-48A3-AE53-C80CB5D14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3104" y="1160745"/>
            <a:ext cx="11208346" cy="475428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buNone/>
            </a:pPr>
            <a:r>
              <a:rPr lang="fr-BE" sz="2400" dirty="0">
                <a:latin typeface="Garamond" panose="02020404030301010803" pitchFamily="18" charset="0"/>
              </a:rPr>
              <a:t>Les paquets Hello OSPF sont transmis : </a:t>
            </a:r>
            <a:endParaRPr lang="en-US" sz="2400" dirty="0">
              <a:latin typeface="Garamond" panose="02020404030301010803" pitchFamily="18" charset="0"/>
            </a:endParaRPr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Font typeface="Wingdings"/>
              <a:buChar char="§"/>
            </a:pPr>
            <a:r>
              <a:rPr lang="fr-BE" sz="2400" dirty="0">
                <a:latin typeface="Garamond" panose="02020404030301010803" pitchFamily="18" charset="0"/>
              </a:rPr>
              <a:t>À l'adresse </a:t>
            </a:r>
            <a:r>
              <a:rPr lang="fr-BE" sz="2400" dirty="0">
                <a:solidFill>
                  <a:srgbClr val="C00000"/>
                </a:solidFill>
                <a:latin typeface="Garamond" panose="02020404030301010803" pitchFamily="18" charset="0"/>
              </a:rPr>
              <a:t>multicast  224.0.0.5 </a:t>
            </a:r>
            <a:r>
              <a:rPr lang="fr-BE" sz="2400" dirty="0">
                <a:latin typeface="Garamond" panose="02020404030301010803" pitchFamily="18" charset="0"/>
              </a:rPr>
              <a:t>dans un environnement IPv4. </a:t>
            </a:r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Font typeface="Wingdings"/>
              <a:buChar char="§"/>
            </a:pPr>
            <a:r>
              <a:rPr lang="fr-BE" sz="2400" dirty="0">
                <a:latin typeface="Garamond" panose="02020404030301010803" pitchFamily="18" charset="0"/>
              </a:rPr>
              <a:t>Toutes les </a:t>
            </a:r>
            <a:r>
              <a:rPr lang="fr-BE" sz="2400" dirty="0">
                <a:solidFill>
                  <a:srgbClr val="C00000"/>
                </a:solidFill>
                <a:latin typeface="Garamond" panose="02020404030301010803" pitchFamily="18" charset="0"/>
              </a:rPr>
              <a:t>10 secondes </a:t>
            </a:r>
            <a:r>
              <a:rPr lang="fr-BE" sz="2400" dirty="0">
                <a:latin typeface="Garamond" panose="02020404030301010803" pitchFamily="18" charset="0"/>
              </a:rPr>
              <a:t>(valeur par défaut).</a:t>
            </a:r>
          </a:p>
          <a:p>
            <a:pPr marL="342900" indent="-342900" algn="just">
              <a:lnSpc>
                <a:spcPct val="120000"/>
              </a:lnSpc>
              <a:spcAft>
                <a:spcPts val="600"/>
              </a:spcAft>
              <a:buFont typeface="Wingdings"/>
              <a:buChar char="§"/>
            </a:pPr>
            <a:r>
              <a:rPr lang="fr-BE" sz="2400" dirty="0">
                <a:latin typeface="Garamond" panose="02020404030301010803" pitchFamily="18" charset="0"/>
              </a:rPr>
              <a:t>L'intervalle d'inactivité (</a:t>
            </a:r>
            <a:r>
              <a:rPr lang="fr-BE" sz="2400" dirty="0">
                <a:solidFill>
                  <a:srgbClr val="C00000"/>
                </a:solidFill>
                <a:latin typeface="Garamond" panose="02020404030301010803" pitchFamily="18" charset="0"/>
              </a:rPr>
              <a:t>Dead= 4 fois </a:t>
            </a:r>
            <a:r>
              <a:rPr lang="fr-BE" sz="2400" dirty="0">
                <a:latin typeface="Garamond" panose="02020404030301010803" pitchFamily="18" charset="0"/>
              </a:rPr>
              <a:t>l'intervalle Hello par défaut) correspond au laps de temps pendant lequel le routeur attend de recevoir un paquet Hello avant de déclarer le voisin inaccessible.</a:t>
            </a:r>
          </a:p>
          <a:p>
            <a:pPr marL="342900" indent="-342900" algn="just">
              <a:lnSpc>
                <a:spcPct val="120000"/>
              </a:lnSpc>
              <a:spcAft>
                <a:spcPts val="600"/>
              </a:spcAft>
              <a:buFont typeface="Wingdings"/>
              <a:buChar char="§"/>
            </a:pPr>
            <a:r>
              <a:rPr lang="fr-BE" sz="2400" dirty="0">
                <a:latin typeface="Garamond" panose="02020404030301010803" pitchFamily="18" charset="0"/>
              </a:rPr>
              <a:t>Le routeur inonde la LSDB d'informations sur les voisins inaccessibles sur toutes les interfaces OSPF.</a:t>
            </a:r>
            <a:endParaRPr lang="en-US" sz="2400" dirty="0">
              <a:latin typeface="Garamond" panose="02020404030301010803" pitchFamily="18" charset="0"/>
            </a:endParaRPr>
          </a:p>
          <a:p>
            <a:pPr marL="457200" indent="-457200" algn="just" defTabSz="814365">
              <a:spcBef>
                <a:spcPct val="50000"/>
              </a:spcBef>
              <a:buClr>
                <a:srgbClr val="000000"/>
              </a:buClr>
              <a:buFont typeface="Arial"/>
              <a:buAutoNum type="arabicPeriod"/>
            </a:pPr>
            <a:endParaRPr lang="fr-FR" sz="2000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E64811D-9D04-4201-A46A-DF29DBE0CC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DE1BBAD-DDBB-423B-940E-F198F3FCA223}" type="slidenum">
              <a:rPr lang="fr-FR" smtClean="0"/>
              <a:pPr/>
              <a:t>28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794651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E09CEA-399B-4FA4-8C52-28521C3A4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768" y="214313"/>
            <a:ext cx="10515600" cy="750483"/>
          </a:xfrm>
        </p:spPr>
        <p:txBody>
          <a:bodyPr>
            <a:noAutofit/>
          </a:bodyPr>
          <a:lstStyle/>
          <a:p>
            <a:br>
              <a:rPr lang="fr-BE" sz="4000" dirty="0">
                <a:solidFill>
                  <a:srgbClr val="003399"/>
                </a:solidFill>
                <a:latin typeface="Garamond" panose="02020404030301010803" pitchFamily="18" charset="0"/>
              </a:rPr>
            </a:br>
            <a:br>
              <a:rPr lang="fr-BE" sz="4000" dirty="0">
                <a:solidFill>
                  <a:srgbClr val="003399"/>
                </a:solidFill>
                <a:latin typeface="Garamond" panose="02020404030301010803" pitchFamily="18" charset="0"/>
              </a:rPr>
            </a:br>
            <a:r>
              <a:rPr lang="fr-BE" sz="4000" dirty="0">
                <a:solidFill>
                  <a:srgbClr val="003399"/>
                </a:solidFill>
                <a:latin typeface="Garamond" panose="02020404030301010803" pitchFamily="18" charset="0"/>
              </a:rPr>
              <a:t>     </a:t>
            </a:r>
            <a:r>
              <a:rPr lang="fr-BE" sz="4000" b="1" kern="1200" dirty="0">
                <a:solidFill>
                  <a:srgbClr val="C00000"/>
                </a:solidFill>
                <a:latin typeface="Garamond" panose="02020404030301010803" pitchFamily="18" charset="0"/>
                <a:ea typeface="+mj-ea"/>
                <a:cs typeface="+mj-cs"/>
              </a:rPr>
              <a:t>ID</a:t>
            </a:r>
            <a:r>
              <a:rPr lang="fr-BE" sz="4000" dirty="0">
                <a:solidFill>
                  <a:srgbClr val="003399"/>
                </a:solidFill>
                <a:latin typeface="Garamond" panose="02020404030301010803" pitchFamily="18" charset="0"/>
              </a:rPr>
              <a:t> </a:t>
            </a:r>
            <a:r>
              <a:rPr lang="fr-BE" sz="4000" b="1" kern="1200" dirty="0">
                <a:solidFill>
                  <a:srgbClr val="C00000"/>
                </a:solidFill>
                <a:latin typeface="Garamond" panose="02020404030301010803" pitchFamily="18" charset="0"/>
                <a:ea typeface="+mj-ea"/>
                <a:cs typeface="+mj-cs"/>
              </a:rPr>
              <a:t>du routeur</a:t>
            </a:r>
            <a:br>
              <a:rPr lang="fr-BE" sz="4000" dirty="0">
                <a:solidFill>
                  <a:srgbClr val="003399"/>
                </a:solidFill>
                <a:latin typeface="Garamond" panose="02020404030301010803" pitchFamily="18" charset="0"/>
              </a:rPr>
            </a:br>
            <a:br>
              <a:rPr lang="fr-BE" sz="4000" dirty="0">
                <a:solidFill>
                  <a:srgbClr val="003399"/>
                </a:solidFill>
                <a:latin typeface="Garamond" panose="02020404030301010803" pitchFamily="18" charset="0"/>
              </a:rPr>
            </a:br>
            <a:endParaRPr lang="fr-FR" sz="4000" dirty="0">
              <a:solidFill>
                <a:srgbClr val="003399"/>
              </a:solidFill>
              <a:latin typeface="Garamond" panose="02020404030301010803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6CA43C8-ED99-48A3-AE53-C80CB5D14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7768" y="1146457"/>
            <a:ext cx="3748457" cy="1811056"/>
          </a:xfrm>
        </p:spPr>
        <p:txBody>
          <a:bodyPr>
            <a:noAutofit/>
          </a:bodyPr>
          <a:lstStyle/>
          <a:p>
            <a:pPr algn="just">
              <a:lnSpc>
                <a:spcPct val="200000"/>
              </a:lnSpc>
            </a:pPr>
            <a:r>
              <a:rPr lang="fr-FR" sz="2400" dirty="0">
                <a:latin typeface="Garamond" panose="02020404030301010803" pitchFamily="18" charset="0"/>
              </a:rPr>
              <a:t>Chaque routeur doit disposer d'un ID de routeur pour pouvoir participer à un domaine OSPF.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E64811D-9D04-4201-A46A-DF29DBE0CC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DE1BBAD-DDBB-423B-940E-F198F3FCA223}" type="slidenum">
              <a:rPr lang="fr-FR" smtClean="0"/>
              <a:pPr/>
              <a:t>29</a:t>
            </a:fld>
            <a:endParaRPr lang="fr-FR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2"/>
          <a:srcRect l="-296" t="6141" r="296" b="1245"/>
          <a:stretch/>
        </p:blipFill>
        <p:spPr bwMode="auto">
          <a:xfrm>
            <a:off x="4359256" y="964796"/>
            <a:ext cx="7683048" cy="5391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250837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D0BB7-0805-CE09-46AF-E1BE4A765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6917DE-1243-C5C2-E4EE-C053045DA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800" dirty="0"/>
              <a:t>Partie 3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AFD91E3-0A95-8A0D-D46D-DDB93F1053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Pratiquons …</a:t>
            </a:r>
          </a:p>
          <a:p>
            <a:endParaRPr lang="fr-FR" sz="3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E978B7E-10AD-463E-9204-3FA36737CFC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25256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E09CEA-399B-4FA4-8C52-28521C3A4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768" y="214313"/>
            <a:ext cx="10515600" cy="750483"/>
          </a:xfrm>
        </p:spPr>
        <p:txBody>
          <a:bodyPr>
            <a:noAutofit/>
          </a:bodyPr>
          <a:lstStyle/>
          <a:p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  <a:t>      </a:t>
            </a:r>
            <a:r>
              <a:rPr lang="fr-BE" sz="4000" b="1" kern="1200" dirty="0">
                <a:solidFill>
                  <a:srgbClr val="C00000"/>
                </a:solidFill>
                <a:latin typeface="Garamond" panose="02020404030301010803" pitchFamily="18" charset="0"/>
                <a:ea typeface="+mj-ea"/>
                <a:cs typeface="+mj-cs"/>
              </a:rPr>
              <a:t>Activation du protocole</a:t>
            </a:r>
            <a: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  <a:t> </a:t>
            </a:r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endParaRPr lang="fr-FR" sz="4000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E64811D-9D04-4201-A46A-DF29DBE0CC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DE1BBAD-DDBB-423B-940E-F198F3FCA223}" type="slidenum">
              <a:rPr lang="fr-FR" smtClean="0"/>
              <a:pPr/>
              <a:t>31</a:t>
            </a:fld>
            <a:endParaRPr lang="fr-FR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2"/>
          <a:srcRect l="-134" t="20685" r="134" b="-2214"/>
          <a:stretch/>
        </p:blipFill>
        <p:spPr bwMode="auto">
          <a:xfrm>
            <a:off x="557201" y="1326698"/>
            <a:ext cx="10796587" cy="52121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648155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E09CEA-399B-4FA4-8C52-28521C3A4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768" y="214313"/>
            <a:ext cx="10515600" cy="750483"/>
          </a:xfrm>
        </p:spPr>
        <p:txBody>
          <a:bodyPr>
            <a:noAutofit/>
          </a:bodyPr>
          <a:lstStyle/>
          <a:p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  <a:t>      </a:t>
            </a:r>
            <a:r>
              <a:rPr lang="fr-BE" sz="4000" b="1" kern="1200" dirty="0">
                <a:solidFill>
                  <a:srgbClr val="C00000"/>
                </a:solidFill>
                <a:latin typeface="Garamond" panose="02020404030301010803" pitchFamily="18" charset="0"/>
                <a:ea typeface="+mj-ea"/>
                <a:cs typeface="+mj-cs"/>
              </a:rPr>
              <a:t>ID du routeur</a:t>
            </a:r>
            <a: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  <a:t> </a:t>
            </a:r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endParaRPr lang="fr-FR" sz="4000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E64811D-9D04-4201-A46A-DF29DBE0CC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DE1BBAD-DDBB-423B-940E-F198F3FCA223}" type="slidenum">
              <a:rPr lang="fr-FR" smtClean="0"/>
              <a:pPr/>
              <a:t>32</a:t>
            </a:fld>
            <a:endParaRPr lang="fr-FR" dirty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610371" y="1144183"/>
            <a:ext cx="6681645" cy="4166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86238" y="1397577"/>
            <a:ext cx="5622228" cy="1572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6"/>
          <p:cNvPicPr>
            <a:picLocks noChangeAspect="1" noChangeArrowheads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42694" y="3227465"/>
            <a:ext cx="5999935" cy="1111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5"/>
          <p:cNvPicPr>
            <a:picLocks noChangeAspect="1" noChangeArrowheads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222142" y="4771716"/>
            <a:ext cx="5586324" cy="17024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566187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E09CEA-399B-4FA4-8C52-28521C3A4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768" y="214313"/>
            <a:ext cx="10515600" cy="750483"/>
          </a:xfrm>
        </p:spPr>
        <p:txBody>
          <a:bodyPr>
            <a:noAutofit/>
          </a:bodyPr>
          <a:lstStyle/>
          <a:p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  <a:t>     </a:t>
            </a:r>
            <a:r>
              <a:rPr lang="fr-BE" sz="4000" b="1" kern="1200" dirty="0">
                <a:solidFill>
                  <a:srgbClr val="C00000"/>
                </a:solidFill>
                <a:latin typeface="Garamond" panose="02020404030301010803" pitchFamily="18" charset="0"/>
                <a:ea typeface="+mj-ea"/>
                <a:cs typeface="+mj-cs"/>
              </a:rPr>
              <a:t>Commande</a:t>
            </a:r>
            <a: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  <a:t> </a:t>
            </a:r>
            <a:r>
              <a:rPr lang="fr-BE" sz="4000" b="1" kern="1200" dirty="0">
                <a:solidFill>
                  <a:srgbClr val="C00000"/>
                </a:solidFill>
                <a:latin typeface="Garamond" panose="02020404030301010803" pitchFamily="18" charset="0"/>
                <a:ea typeface="+mj-ea"/>
                <a:cs typeface="+mj-cs"/>
              </a:rPr>
              <a:t>: network </a:t>
            </a:r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endParaRPr lang="fr-FR" sz="4000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E64811D-9D04-4201-A46A-DF29DBE0CC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DE1BBAD-DDBB-423B-940E-F198F3FCA223}" type="slidenum">
              <a:rPr lang="fr-FR" smtClean="0"/>
              <a:pPr/>
              <a:t>33</a:t>
            </a:fld>
            <a:endParaRPr lang="fr-FR" dirty="0"/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35981" y="1402671"/>
            <a:ext cx="8400487" cy="23306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316197" y="4055371"/>
            <a:ext cx="8178839" cy="22246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38788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E09CEA-399B-4FA4-8C52-28521C3A4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768" y="214313"/>
            <a:ext cx="10515600" cy="750483"/>
          </a:xfrm>
        </p:spPr>
        <p:txBody>
          <a:bodyPr>
            <a:noAutofit/>
          </a:bodyPr>
          <a:lstStyle/>
          <a:p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  <a:t>      </a:t>
            </a:r>
            <a:r>
              <a:rPr lang="fr-BE" sz="4000" b="1" kern="1200" dirty="0">
                <a:solidFill>
                  <a:srgbClr val="C00000"/>
                </a:solidFill>
                <a:latin typeface="Garamond" panose="02020404030301010803" pitchFamily="18" charset="0"/>
                <a:ea typeface="+mj-ea"/>
                <a:cs typeface="+mj-cs"/>
              </a:rPr>
              <a:t>Masque</a:t>
            </a:r>
            <a: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  <a:t> </a:t>
            </a:r>
            <a:r>
              <a:rPr lang="fr-BE" sz="4000" b="1" kern="1200" dirty="0">
                <a:solidFill>
                  <a:srgbClr val="C00000"/>
                </a:solidFill>
                <a:latin typeface="Garamond" panose="02020404030301010803" pitchFamily="18" charset="0"/>
                <a:ea typeface="+mj-ea"/>
                <a:cs typeface="+mj-cs"/>
              </a:rPr>
              <a:t>générique</a:t>
            </a:r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endParaRPr lang="fr-FR" sz="4000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E64811D-9D04-4201-A46A-DF29DBE0CC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DE1BBAD-DDBB-423B-940E-F198F3FCA223}" type="slidenum">
              <a:rPr lang="fr-FR" smtClean="0"/>
              <a:pPr/>
              <a:t>34</a:t>
            </a:fld>
            <a:endParaRPr lang="fr-FR" dirty="0"/>
          </a:p>
        </p:txBody>
      </p:sp>
      <p:sp>
        <p:nvSpPr>
          <p:cNvPr id="3" name="ZoneTexte 2"/>
          <p:cNvSpPr txBox="1"/>
          <p:nvPr/>
        </p:nvSpPr>
        <p:spPr>
          <a:xfrm>
            <a:off x="414417" y="1259915"/>
            <a:ext cx="11387058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altLang="fr-FR" sz="2400" kern="0" dirty="0">
                <a:latin typeface="Garamond" panose="02020404030301010803" pitchFamily="18" charset="0"/>
              </a:rPr>
              <a:t>Un masque générique est une suite de 32 bits 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altLang="fr-FR" sz="2400" kern="0" dirty="0">
                <a:latin typeface="Garamond" panose="02020404030301010803" pitchFamily="18" charset="0"/>
              </a:rPr>
              <a:t>Un bit </a:t>
            </a:r>
            <a:r>
              <a:rPr lang="fr-FR" altLang="fr-FR" sz="2400" b="1" kern="0" dirty="0">
                <a:latin typeface="Garamond" panose="02020404030301010803" pitchFamily="18" charset="0"/>
              </a:rPr>
              <a:t>0</a:t>
            </a:r>
            <a:r>
              <a:rPr lang="fr-FR" altLang="fr-FR" sz="2400" kern="0" dirty="0">
                <a:latin typeface="Garamond" panose="02020404030301010803" pitchFamily="18" charset="0"/>
              </a:rPr>
              <a:t> de masque générique signifie « vérifier la valeur du bit correspondant »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altLang="fr-FR" sz="2400" kern="0" dirty="0">
                <a:latin typeface="Garamond" panose="02020404030301010803" pitchFamily="18" charset="0"/>
              </a:rPr>
              <a:t>Un bit </a:t>
            </a:r>
            <a:r>
              <a:rPr lang="fr-FR" altLang="fr-FR" sz="2400" b="1" kern="0" dirty="0">
                <a:latin typeface="Garamond" panose="02020404030301010803" pitchFamily="18" charset="0"/>
              </a:rPr>
              <a:t>1</a:t>
            </a:r>
            <a:r>
              <a:rPr lang="fr-FR" altLang="fr-FR" sz="2400" kern="0" dirty="0">
                <a:latin typeface="Garamond" panose="02020404030301010803" pitchFamily="18" charset="0"/>
              </a:rPr>
              <a:t> signifie « ne pas vérifier (ignorer) la valeur du bit correspondant »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fr-FR" sz="2400" kern="0" dirty="0">
                <a:latin typeface="Garamond" panose="02020404030301010803" pitchFamily="18" charset="0"/>
              </a:rPr>
              <a:t>Par rapport à un masque de sous-réseau 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altLang="fr-FR" sz="2400" kern="0" dirty="0">
                <a:latin typeface="Garamond" panose="02020404030301010803" pitchFamily="18" charset="0"/>
              </a:rPr>
              <a:t>Inversion binaire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altLang="fr-FR" sz="2400" kern="0" dirty="0">
                <a:latin typeface="Garamond" panose="02020404030301010803" pitchFamily="18" charset="0"/>
              </a:rPr>
              <a:t>En notation décimale pointée = Complément à 255 du masque de sous-réseau correspondant</a:t>
            </a:r>
          </a:p>
          <a:p>
            <a:endParaRPr lang="fr-FR" dirty="0"/>
          </a:p>
        </p:txBody>
      </p:sp>
      <p:graphicFrame>
        <p:nvGraphicFramePr>
          <p:cNvPr id="8" name="Obje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9776329"/>
              </p:ext>
            </p:extLst>
          </p:nvPr>
        </p:nvGraphicFramePr>
        <p:xfrm>
          <a:off x="3448510" y="3761920"/>
          <a:ext cx="6816724" cy="11484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3478911" imgH="779223" progId="">
                  <p:embed/>
                </p:oleObj>
              </mc:Choice>
              <mc:Fallback>
                <p:oleObj name="Visio" r:id="rId2" imgW="3478911" imgH="779223" progId="">
                  <p:embed/>
                  <p:pic>
                    <p:nvPicPr>
                      <p:cNvPr id="8" name="Obje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8510" y="3761920"/>
                        <a:ext cx="6816724" cy="114849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0787150"/>
              </p:ext>
            </p:extLst>
          </p:nvPr>
        </p:nvGraphicFramePr>
        <p:xfrm>
          <a:off x="2891225" y="5278059"/>
          <a:ext cx="6433441" cy="7649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3299079" imgH="520192" progId="">
                  <p:embed/>
                </p:oleObj>
              </mc:Choice>
              <mc:Fallback>
                <p:oleObj name="Visio" r:id="rId4" imgW="3299079" imgH="520192" progId="">
                  <p:embed/>
                  <p:pic>
                    <p:nvPicPr>
                      <p:cNvPr id="9" name="Obje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1225" y="5278059"/>
                        <a:ext cx="6433441" cy="76490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689984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E09CEA-399B-4FA4-8C52-28521C3A4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768" y="214313"/>
            <a:ext cx="10515600" cy="750483"/>
          </a:xfrm>
        </p:spPr>
        <p:txBody>
          <a:bodyPr>
            <a:noAutofit/>
          </a:bodyPr>
          <a:lstStyle/>
          <a:p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  <a:t>      </a:t>
            </a:r>
            <a:r>
              <a:rPr lang="fr-BE" sz="4000" b="1" kern="1200" dirty="0">
                <a:solidFill>
                  <a:srgbClr val="C00000"/>
                </a:solidFill>
                <a:latin typeface="Garamond" panose="02020404030301010803" pitchFamily="18" charset="0"/>
                <a:ea typeface="+mj-ea"/>
                <a:cs typeface="+mj-cs"/>
              </a:rPr>
              <a:t>Commande</a:t>
            </a:r>
            <a: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  <a:t> </a:t>
            </a:r>
            <a:r>
              <a:rPr lang="fr-BE" sz="4000" b="1" kern="1200" dirty="0">
                <a:solidFill>
                  <a:srgbClr val="C00000"/>
                </a:solidFill>
                <a:latin typeface="Garamond" panose="02020404030301010803" pitchFamily="18" charset="0"/>
                <a:ea typeface="+mj-ea"/>
                <a:cs typeface="+mj-cs"/>
              </a:rPr>
              <a:t>: passive-interface</a:t>
            </a:r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br>
              <a:rPr lang="fr-BE" sz="4000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endParaRPr lang="fr-FR" sz="4000" dirty="0">
              <a:solidFill>
                <a:srgbClr val="002060"/>
              </a:solidFill>
              <a:latin typeface="Garamond" panose="02020404030301010803" pitchFamily="18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E64811D-9D04-4201-A46A-DF29DBE0CC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DE1BBAD-DDBB-423B-940E-F198F3FCA223}" type="slidenum">
              <a:rPr lang="fr-FR" smtClean="0"/>
              <a:pPr/>
              <a:t>35</a:t>
            </a:fld>
            <a:endParaRPr lang="fr-FR" dirty="0"/>
          </a:p>
        </p:txBody>
      </p:sp>
      <p:sp>
        <p:nvSpPr>
          <p:cNvPr id="11" name="Rectangle 10"/>
          <p:cNvSpPr/>
          <p:nvPr/>
        </p:nvSpPr>
        <p:spPr>
          <a:xfrm>
            <a:off x="478745" y="1090229"/>
            <a:ext cx="1097983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fr-BE" sz="2400" b="0" i="0" dirty="0">
                <a:solidFill>
                  <a:schemeClr val="tx1"/>
                </a:solidFill>
                <a:latin typeface="Garamond" panose="02020404030301010803" pitchFamily="18" charset="0"/>
              </a:rPr>
              <a:t>Utilisez la commande </a:t>
            </a:r>
            <a:r>
              <a:rPr lang="fr-BE" sz="2400" b="1" i="0" dirty="0">
                <a:solidFill>
                  <a:srgbClr val="C00000"/>
                </a:solidFill>
                <a:latin typeface="Garamond" panose="02020404030301010803" pitchFamily="18" charset="0"/>
              </a:rPr>
              <a:t>« passive-interface » </a:t>
            </a:r>
            <a:r>
              <a:rPr lang="fr-BE" sz="2400" b="0" i="0" dirty="0">
                <a:solidFill>
                  <a:schemeClr val="tx1"/>
                </a:solidFill>
                <a:latin typeface="Garamond" panose="02020404030301010803" pitchFamily="18" charset="0"/>
              </a:rPr>
              <a:t>pour empêcher la transmission de messages de routage via une interface de routeur, mais permettre que le réseau soit annoncé aux autres routeurs.</a:t>
            </a: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777827" y="3338643"/>
            <a:ext cx="8587868" cy="18598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0220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E09CEA-399B-4FA4-8C52-28521C3A4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92" y="136051"/>
            <a:ext cx="10515600" cy="750483"/>
          </a:xfrm>
        </p:spPr>
        <p:txBody>
          <a:bodyPr>
            <a:noAutofit/>
          </a:bodyPr>
          <a:lstStyle/>
          <a:p>
            <a:br>
              <a:rPr lang="fr-BE" sz="4000" dirty="0">
                <a:solidFill>
                  <a:srgbClr val="C00000"/>
                </a:solidFill>
                <a:latin typeface="Garamond" panose="02020404030301010803" pitchFamily="18" charset="0"/>
              </a:rPr>
            </a:br>
            <a:br>
              <a:rPr lang="fr-BE" sz="4000" dirty="0">
                <a:solidFill>
                  <a:srgbClr val="C00000"/>
                </a:solidFill>
                <a:latin typeface="Garamond" panose="02020404030301010803" pitchFamily="18" charset="0"/>
              </a:rPr>
            </a:br>
            <a:r>
              <a:rPr lang="fr-BE" sz="4000" dirty="0">
                <a:solidFill>
                  <a:srgbClr val="C00000"/>
                </a:solidFill>
                <a:latin typeface="Garamond" panose="02020404030301010803" pitchFamily="18" charset="0"/>
              </a:rPr>
              <a:t>  </a:t>
            </a:r>
            <a:r>
              <a:rPr lang="fr-FR" sz="4000" b="1" kern="1200" dirty="0">
                <a:solidFill>
                  <a:srgbClr val="C00000"/>
                </a:solidFill>
                <a:latin typeface="Garamond" panose="02020404030301010803" pitchFamily="18" charset="0"/>
                <a:ea typeface="+mj-ea"/>
                <a:cs typeface="+mj-cs"/>
              </a:rPr>
              <a:t>Réglage</a:t>
            </a:r>
            <a:r>
              <a:rPr lang="fr-FR" sz="4000" dirty="0">
                <a:solidFill>
                  <a:srgbClr val="C00000"/>
                </a:solidFill>
                <a:latin typeface="Garamond" panose="02020404030301010803" pitchFamily="18" charset="0"/>
              </a:rPr>
              <a:t> </a:t>
            </a:r>
            <a:r>
              <a:rPr lang="fr-FR" sz="4000" b="1" dirty="0">
                <a:solidFill>
                  <a:srgbClr val="C00000"/>
                </a:solidFill>
                <a:latin typeface="Garamond" panose="02020404030301010803" pitchFamily="18" charset="0"/>
              </a:rPr>
              <a:t>de la bande passante de référence</a:t>
            </a:r>
            <a:br>
              <a:rPr lang="fr-BE" sz="4000" dirty="0">
                <a:solidFill>
                  <a:srgbClr val="C00000"/>
                </a:solidFill>
                <a:latin typeface="Garamond" panose="02020404030301010803" pitchFamily="18" charset="0"/>
              </a:rPr>
            </a:br>
            <a:br>
              <a:rPr lang="fr-BE" sz="4000" dirty="0">
                <a:solidFill>
                  <a:srgbClr val="C00000"/>
                </a:solidFill>
                <a:latin typeface="Garamond" panose="02020404030301010803" pitchFamily="18" charset="0"/>
              </a:rPr>
            </a:br>
            <a:endParaRPr lang="fr-FR" sz="4000" dirty="0">
              <a:solidFill>
                <a:srgbClr val="C00000"/>
              </a:solidFill>
              <a:latin typeface="Garamond" panose="02020404030301010803" pitchFamily="18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E64811D-9D04-4201-A46A-DF29DBE0CC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DE1BBAD-DDBB-423B-940E-F198F3FCA223}" type="slidenum">
              <a:rPr lang="fr-FR" smtClean="0"/>
              <a:pPr/>
              <a:t>36</a:t>
            </a:fld>
            <a:endParaRPr lang="fr-FR" dirty="0"/>
          </a:p>
        </p:txBody>
      </p:sp>
      <p:sp>
        <p:nvSpPr>
          <p:cNvPr id="11" name="Rectangle 10"/>
          <p:cNvSpPr/>
          <p:nvPr/>
        </p:nvSpPr>
        <p:spPr>
          <a:xfrm>
            <a:off x="478745" y="1090229"/>
            <a:ext cx="1097983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00000"/>
              </a:lnSpc>
              <a:buFont typeface="Wingdings"/>
              <a:buChar char="§"/>
            </a:pPr>
            <a:r>
              <a:rPr lang="fr-FR" sz="2400" dirty="0">
                <a:latin typeface="Garamond" panose="02020404030301010803" pitchFamily="18" charset="0"/>
              </a:rPr>
              <a:t>Avec la commande</a:t>
            </a:r>
            <a:r>
              <a:rPr lang="fr-FR" sz="2400" b="1" dirty="0">
                <a:latin typeface="Garamond" panose="02020404030301010803" pitchFamily="18" charset="0"/>
              </a:rPr>
              <a:t> auto-</a:t>
            </a:r>
            <a:r>
              <a:rPr lang="fr-FR" sz="2400" b="1" dirty="0" err="1">
                <a:latin typeface="Garamond" panose="02020404030301010803" pitchFamily="18" charset="0"/>
              </a:rPr>
              <a:t>cost</a:t>
            </a:r>
            <a:r>
              <a:rPr lang="fr-FR" sz="2400" b="1" dirty="0">
                <a:latin typeface="Garamond" panose="02020404030301010803" pitchFamily="18" charset="0"/>
              </a:rPr>
              <a:t> </a:t>
            </a:r>
            <a:r>
              <a:rPr lang="fr-FR" sz="2400" b="1" dirty="0" err="1">
                <a:latin typeface="Garamond" panose="02020404030301010803" pitchFamily="18" charset="0"/>
              </a:rPr>
              <a:t>reference-bandwidth</a:t>
            </a:r>
            <a:r>
              <a:rPr lang="fr-FR" sz="2400" b="1" dirty="0">
                <a:latin typeface="Garamond" panose="02020404030301010803" pitchFamily="18" charset="0"/>
              </a:rPr>
              <a:t> </a:t>
            </a:r>
            <a:endParaRPr lang="fr-FR" sz="2400" i="1" dirty="0">
              <a:latin typeface="Garamond" panose="02020404030301010803" pitchFamily="18" charset="0"/>
            </a:endParaRPr>
          </a:p>
          <a:p>
            <a:pPr marL="342900" indent="-342900" algn="just">
              <a:lnSpc>
                <a:spcPct val="100000"/>
              </a:lnSpc>
              <a:buFont typeface="Wingdings"/>
              <a:buChar char="§"/>
            </a:pPr>
            <a:r>
              <a:rPr lang="fr-FR" sz="2400" dirty="0">
                <a:latin typeface="Garamond" panose="02020404030301010803" pitchFamily="18" charset="0"/>
              </a:rPr>
              <a:t>À effectuer sur chaque routeur du domaine OSPF</a:t>
            </a:r>
          </a:p>
          <a:p>
            <a:pPr marL="342900" indent="-342900" algn="just">
              <a:lnSpc>
                <a:spcPct val="100000"/>
              </a:lnSpc>
              <a:buFont typeface="Wingdings"/>
              <a:buChar char="§"/>
            </a:pPr>
            <a:r>
              <a:rPr lang="fr-FR" sz="2400" dirty="0">
                <a:latin typeface="Garamond" panose="02020404030301010803" pitchFamily="18" charset="0"/>
              </a:rPr>
              <a:t>Notez que la valeur est exprimée en Mbit/s :</a:t>
            </a:r>
          </a:p>
          <a:p>
            <a:pPr lvl="1" algn="just">
              <a:lnSpc>
                <a:spcPct val="100000"/>
              </a:lnSpc>
              <a:buNone/>
            </a:pPr>
            <a:r>
              <a:rPr lang="fr-FR" sz="2400" b="1" dirty="0">
                <a:latin typeface="Garamond" panose="02020404030301010803" pitchFamily="18" charset="0"/>
              </a:rPr>
              <a:t>Gigabit Ethernet </a:t>
            </a:r>
            <a:r>
              <a:rPr lang="fr-FR" sz="2400" dirty="0">
                <a:latin typeface="Garamond" panose="02020404030301010803" pitchFamily="18" charset="0"/>
              </a:rPr>
              <a:t>:</a:t>
            </a:r>
            <a:r>
              <a:rPr lang="fr-FR" sz="2400" b="1" dirty="0">
                <a:latin typeface="Garamond" panose="02020404030301010803" pitchFamily="18" charset="0"/>
              </a:rPr>
              <a:t> auto-</a:t>
            </a:r>
            <a:r>
              <a:rPr lang="fr-FR" sz="2400" b="1" dirty="0" err="1">
                <a:latin typeface="Garamond" panose="02020404030301010803" pitchFamily="18" charset="0"/>
              </a:rPr>
              <a:t>cost</a:t>
            </a:r>
            <a:r>
              <a:rPr lang="fr-FR" sz="2400" b="1" dirty="0">
                <a:latin typeface="Garamond" panose="02020404030301010803" pitchFamily="18" charset="0"/>
              </a:rPr>
              <a:t> </a:t>
            </a:r>
            <a:r>
              <a:rPr lang="fr-FR" sz="2400" b="1" dirty="0" err="1">
                <a:latin typeface="Garamond" panose="02020404030301010803" pitchFamily="18" charset="0"/>
              </a:rPr>
              <a:t>reference-bandwidth</a:t>
            </a:r>
            <a:r>
              <a:rPr lang="fr-FR" sz="2400" b="1" dirty="0">
                <a:latin typeface="Garamond" panose="02020404030301010803" pitchFamily="18" charset="0"/>
              </a:rPr>
              <a:t> </a:t>
            </a:r>
            <a:r>
              <a:rPr lang="fr-FR" sz="2400" dirty="0">
                <a:latin typeface="Garamond" panose="02020404030301010803" pitchFamily="18" charset="0"/>
              </a:rPr>
              <a:t>1000</a:t>
            </a:r>
          </a:p>
          <a:p>
            <a:pPr lvl="1" algn="just">
              <a:lnSpc>
                <a:spcPct val="100000"/>
              </a:lnSpc>
              <a:buNone/>
            </a:pPr>
            <a:r>
              <a:rPr lang="fr-FR" sz="2400" b="1" dirty="0">
                <a:latin typeface="Garamond" panose="02020404030301010803" pitchFamily="18" charset="0"/>
              </a:rPr>
              <a:t>10 Gigabit Ethernet </a:t>
            </a:r>
            <a:r>
              <a:rPr lang="fr-FR" sz="2400" dirty="0">
                <a:latin typeface="Garamond" panose="02020404030301010803" pitchFamily="18" charset="0"/>
              </a:rPr>
              <a:t>:</a:t>
            </a:r>
            <a:r>
              <a:rPr lang="fr-FR" sz="2400" b="1" dirty="0">
                <a:latin typeface="Garamond" panose="02020404030301010803" pitchFamily="18" charset="0"/>
              </a:rPr>
              <a:t> auto-</a:t>
            </a:r>
            <a:r>
              <a:rPr lang="fr-FR" sz="2400" b="1" dirty="0" err="1">
                <a:latin typeface="Garamond" panose="02020404030301010803" pitchFamily="18" charset="0"/>
              </a:rPr>
              <a:t>cost</a:t>
            </a:r>
            <a:r>
              <a:rPr lang="fr-FR" sz="2400" b="1" dirty="0">
                <a:latin typeface="Garamond" panose="02020404030301010803" pitchFamily="18" charset="0"/>
              </a:rPr>
              <a:t> </a:t>
            </a:r>
            <a:r>
              <a:rPr lang="fr-FR" sz="2400" b="1" dirty="0" err="1">
                <a:latin typeface="Garamond" panose="02020404030301010803" pitchFamily="18" charset="0"/>
              </a:rPr>
              <a:t>reference-bandwidth</a:t>
            </a:r>
            <a:r>
              <a:rPr lang="fr-FR" sz="2400" b="1" dirty="0">
                <a:latin typeface="Garamond" panose="02020404030301010803" pitchFamily="18" charset="0"/>
              </a:rPr>
              <a:t> </a:t>
            </a:r>
            <a:r>
              <a:rPr lang="fr-FR" sz="2400" dirty="0">
                <a:latin typeface="Garamond" panose="02020404030301010803" pitchFamily="18" charset="0"/>
              </a:rPr>
              <a:t>10000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1548" y="3029221"/>
            <a:ext cx="5982240" cy="337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968660" y="4548030"/>
            <a:ext cx="6172200" cy="1990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0232822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E09CEA-399B-4FA4-8C52-28521C3A4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92" y="136051"/>
            <a:ext cx="10515600" cy="750483"/>
          </a:xfrm>
        </p:spPr>
        <p:txBody>
          <a:bodyPr>
            <a:noAutofit/>
          </a:bodyPr>
          <a:lstStyle/>
          <a:p>
            <a:br>
              <a:rPr lang="fr-BE" sz="4000" dirty="0">
                <a:solidFill>
                  <a:srgbClr val="C00000"/>
                </a:solidFill>
                <a:latin typeface="Garamond" panose="02020404030301010803" pitchFamily="18" charset="0"/>
              </a:rPr>
            </a:br>
            <a:br>
              <a:rPr lang="fr-BE" sz="4000" dirty="0">
                <a:solidFill>
                  <a:srgbClr val="C00000"/>
                </a:solidFill>
                <a:latin typeface="Garamond" panose="02020404030301010803" pitchFamily="18" charset="0"/>
              </a:rPr>
            </a:br>
            <a:r>
              <a:rPr lang="fr-BE" sz="4000" dirty="0">
                <a:solidFill>
                  <a:srgbClr val="C00000"/>
                </a:solidFill>
                <a:latin typeface="Garamond" panose="02020404030301010803" pitchFamily="18" charset="0"/>
              </a:rPr>
              <a:t>    </a:t>
            </a:r>
            <a:r>
              <a:rPr lang="fr-FR" sz="4000" b="1" dirty="0">
                <a:solidFill>
                  <a:srgbClr val="C00000"/>
                </a:solidFill>
                <a:latin typeface="Garamond" panose="02020404030301010803" pitchFamily="18" charset="0"/>
              </a:rPr>
              <a:t>Bande passante par défaut des interfaces</a:t>
            </a:r>
            <a:br>
              <a:rPr lang="fr-BE" sz="4000" dirty="0">
                <a:solidFill>
                  <a:srgbClr val="C00000"/>
                </a:solidFill>
                <a:latin typeface="Garamond" panose="02020404030301010803" pitchFamily="18" charset="0"/>
              </a:rPr>
            </a:br>
            <a:br>
              <a:rPr lang="fr-BE" sz="4000" dirty="0">
                <a:solidFill>
                  <a:srgbClr val="C00000"/>
                </a:solidFill>
                <a:latin typeface="Garamond" panose="02020404030301010803" pitchFamily="18" charset="0"/>
              </a:rPr>
            </a:br>
            <a:endParaRPr lang="fr-FR" sz="4000" dirty="0">
              <a:solidFill>
                <a:srgbClr val="C00000"/>
              </a:solidFill>
              <a:latin typeface="Garamond" panose="02020404030301010803" pitchFamily="18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E64811D-9D04-4201-A46A-DF29DBE0CC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DE1BBAD-DDBB-423B-940E-F198F3FCA223}" type="slidenum">
              <a:rPr lang="fr-FR" smtClean="0"/>
              <a:pPr/>
              <a:t>37</a:t>
            </a:fld>
            <a:endParaRPr lang="fr-FR" dirty="0"/>
          </a:p>
        </p:txBody>
      </p:sp>
      <p:sp>
        <p:nvSpPr>
          <p:cNvPr id="11" name="Rectangle 10"/>
          <p:cNvSpPr/>
          <p:nvPr/>
        </p:nvSpPr>
        <p:spPr>
          <a:xfrm>
            <a:off x="478745" y="1090229"/>
            <a:ext cx="1097983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BE" sz="2400" dirty="0">
                <a:latin typeface="Garamond" panose="02020404030301010803" pitchFamily="18" charset="0"/>
              </a:rPr>
              <a:t>Sur les routeurs Cisco, la bande passante par défaut de la plupart des interfaces série est réglée sur T1 1,544 Mbit/s.</a:t>
            </a:r>
            <a:endParaRPr lang="en-US" sz="2400" dirty="0">
              <a:latin typeface="Garamond" panose="02020404030301010803" pitchFamily="18" charset="0"/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24001" y="2257425"/>
            <a:ext cx="8936276" cy="378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284300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E09CEA-399B-4FA4-8C52-28521C3A4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563" y="114863"/>
            <a:ext cx="10515600" cy="750483"/>
          </a:xfrm>
        </p:spPr>
        <p:txBody>
          <a:bodyPr>
            <a:noAutofit/>
          </a:bodyPr>
          <a:lstStyle/>
          <a:p>
            <a:br>
              <a:rPr lang="fr-BE" sz="4000" dirty="0">
                <a:solidFill>
                  <a:srgbClr val="C00000"/>
                </a:solidFill>
                <a:latin typeface="Garamond" panose="02020404030301010803" pitchFamily="18" charset="0"/>
              </a:rPr>
            </a:br>
            <a:br>
              <a:rPr lang="fr-BE" sz="4000" dirty="0">
                <a:solidFill>
                  <a:srgbClr val="C00000"/>
                </a:solidFill>
                <a:latin typeface="Garamond" panose="02020404030301010803" pitchFamily="18" charset="0"/>
              </a:rPr>
            </a:br>
            <a:r>
              <a:rPr lang="fr-BE" sz="4000" dirty="0">
                <a:solidFill>
                  <a:srgbClr val="C00000"/>
                </a:solidFill>
                <a:latin typeface="Garamond" panose="02020404030301010803" pitchFamily="18" charset="0"/>
              </a:rPr>
              <a:t>   </a:t>
            </a:r>
            <a:r>
              <a:rPr lang="fr-FR" sz="4000" b="1" dirty="0">
                <a:solidFill>
                  <a:srgbClr val="C00000"/>
                </a:solidFill>
                <a:latin typeface="Garamond" panose="02020404030301010803" pitchFamily="18" charset="0"/>
              </a:rPr>
              <a:t>Réglage de la bande passante des interfaces</a:t>
            </a:r>
            <a:br>
              <a:rPr lang="fr-BE" sz="4000" dirty="0">
                <a:solidFill>
                  <a:srgbClr val="C00000"/>
                </a:solidFill>
                <a:latin typeface="Garamond" panose="02020404030301010803" pitchFamily="18" charset="0"/>
              </a:rPr>
            </a:br>
            <a:br>
              <a:rPr lang="fr-BE" sz="4000" dirty="0">
                <a:solidFill>
                  <a:srgbClr val="C00000"/>
                </a:solidFill>
                <a:latin typeface="Garamond" panose="02020404030301010803" pitchFamily="18" charset="0"/>
              </a:rPr>
            </a:br>
            <a:endParaRPr lang="fr-FR" sz="4000" dirty="0">
              <a:solidFill>
                <a:srgbClr val="C00000"/>
              </a:solidFill>
              <a:latin typeface="Garamond" panose="02020404030301010803" pitchFamily="18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E64811D-9D04-4201-A46A-DF29DBE0CC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DE1BBAD-DDBB-423B-940E-F198F3FCA223}" type="slidenum">
              <a:rPr lang="fr-FR" smtClean="0"/>
              <a:pPr/>
              <a:t>38</a:t>
            </a:fld>
            <a:endParaRPr lang="fr-FR" dirty="0"/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43000" y="1214437"/>
            <a:ext cx="9358313" cy="45047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5757856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E09CEA-399B-4FA4-8C52-28521C3A4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563" y="114863"/>
            <a:ext cx="10515600" cy="750483"/>
          </a:xfrm>
        </p:spPr>
        <p:txBody>
          <a:bodyPr>
            <a:noAutofit/>
          </a:bodyPr>
          <a:lstStyle/>
          <a:p>
            <a:br>
              <a:rPr lang="fr-BE" sz="4000" dirty="0">
                <a:solidFill>
                  <a:srgbClr val="C00000"/>
                </a:solidFill>
                <a:latin typeface="Garamond" panose="02020404030301010803" pitchFamily="18" charset="0"/>
              </a:rPr>
            </a:br>
            <a:br>
              <a:rPr lang="fr-BE" sz="4000" dirty="0">
                <a:solidFill>
                  <a:srgbClr val="C00000"/>
                </a:solidFill>
                <a:latin typeface="Garamond" panose="02020404030301010803" pitchFamily="18" charset="0"/>
              </a:rPr>
            </a:br>
            <a:r>
              <a:rPr lang="fr-BE" sz="4000" dirty="0">
                <a:solidFill>
                  <a:srgbClr val="C00000"/>
                </a:solidFill>
                <a:latin typeface="Garamond" panose="02020404030301010803" pitchFamily="18" charset="0"/>
              </a:rPr>
              <a:t>    </a:t>
            </a:r>
            <a:r>
              <a:rPr lang="fr-FR" sz="4000" b="1" dirty="0">
                <a:solidFill>
                  <a:srgbClr val="C00000"/>
                </a:solidFill>
                <a:latin typeface="Garamond" panose="02020404030301010803" pitchFamily="18" charset="0"/>
              </a:rPr>
              <a:t>Réglage manuel du coût OSPF</a:t>
            </a:r>
            <a:br>
              <a:rPr lang="fr-BE" sz="4000" b="1" dirty="0">
                <a:solidFill>
                  <a:srgbClr val="C00000"/>
                </a:solidFill>
                <a:latin typeface="Garamond" panose="02020404030301010803" pitchFamily="18" charset="0"/>
              </a:rPr>
            </a:br>
            <a:br>
              <a:rPr lang="fr-BE" sz="4000" b="1" dirty="0">
                <a:solidFill>
                  <a:srgbClr val="C00000"/>
                </a:solidFill>
                <a:latin typeface="Garamond" panose="02020404030301010803" pitchFamily="18" charset="0"/>
              </a:rPr>
            </a:br>
            <a:endParaRPr lang="fr-FR" sz="4000" b="1" dirty="0">
              <a:solidFill>
                <a:srgbClr val="C00000"/>
              </a:solidFill>
              <a:latin typeface="Garamond" panose="02020404030301010803" pitchFamily="18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E64811D-9D04-4201-A46A-DF29DBE0CC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DE1BBAD-DDBB-423B-940E-F198F3FCA223}" type="slidenum">
              <a:rPr lang="fr-FR" smtClean="0"/>
              <a:pPr/>
              <a:t>39</a:t>
            </a:fld>
            <a:endParaRPr lang="fr-FR" dirty="0"/>
          </a:p>
        </p:txBody>
      </p:sp>
      <p:sp>
        <p:nvSpPr>
          <p:cNvPr id="6" name="Rectangle 5"/>
          <p:cNvSpPr/>
          <p:nvPr/>
        </p:nvSpPr>
        <p:spPr>
          <a:xfrm>
            <a:off x="442563" y="1238930"/>
            <a:ext cx="1087603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fr-BE" sz="2400" b="0" i="0" dirty="0">
                <a:solidFill>
                  <a:schemeClr val="tx1"/>
                </a:solidFill>
                <a:latin typeface="Garamond" panose="02020404030301010803" pitchFamily="18" charset="0"/>
              </a:rPr>
              <a:t>Les commandes d'interface</a:t>
            </a:r>
            <a:r>
              <a:rPr lang="fr-BE" sz="2400" b="1" i="0" dirty="0">
                <a:solidFill>
                  <a:schemeClr val="tx1"/>
                </a:solidFill>
                <a:latin typeface="Garamond" panose="02020404030301010803" pitchFamily="18" charset="0"/>
              </a:rPr>
              <a:t> </a:t>
            </a:r>
            <a:r>
              <a:rPr lang="fr-BE" sz="2400" b="1" i="0" dirty="0" err="1">
                <a:solidFill>
                  <a:schemeClr val="tx1"/>
                </a:solidFill>
                <a:latin typeface="Garamond" panose="02020404030301010803" pitchFamily="18" charset="0"/>
              </a:rPr>
              <a:t>bandwidth</a:t>
            </a:r>
            <a:r>
              <a:rPr lang="fr-BE" sz="2400" b="1" i="0" dirty="0">
                <a:solidFill>
                  <a:schemeClr val="tx1"/>
                </a:solidFill>
                <a:latin typeface="Garamond" panose="02020404030301010803" pitchFamily="18" charset="0"/>
              </a:rPr>
              <a:t> </a:t>
            </a:r>
            <a:r>
              <a:rPr lang="fr-BE" sz="2400" b="0" i="0" dirty="0">
                <a:solidFill>
                  <a:schemeClr val="tx1"/>
                </a:solidFill>
                <a:latin typeface="Garamond" panose="02020404030301010803" pitchFamily="18" charset="0"/>
              </a:rPr>
              <a:t>et</a:t>
            </a:r>
            <a:r>
              <a:rPr lang="fr-BE" sz="2400" b="1" i="0" dirty="0">
                <a:solidFill>
                  <a:schemeClr val="tx1"/>
                </a:solidFill>
                <a:latin typeface="Garamond" panose="02020404030301010803" pitchFamily="18" charset="0"/>
              </a:rPr>
              <a:t> </a:t>
            </a:r>
            <a:r>
              <a:rPr lang="fr-BE" sz="2400" b="1" i="0" dirty="0" err="1">
                <a:solidFill>
                  <a:schemeClr val="tx1"/>
                </a:solidFill>
                <a:latin typeface="Garamond" panose="02020404030301010803" pitchFamily="18" charset="0"/>
              </a:rPr>
              <a:t>ip</a:t>
            </a:r>
            <a:r>
              <a:rPr lang="fr-BE" sz="2400" b="1" i="0" dirty="0">
                <a:solidFill>
                  <a:schemeClr val="tx1"/>
                </a:solidFill>
                <a:latin typeface="Garamond" panose="02020404030301010803" pitchFamily="18" charset="0"/>
              </a:rPr>
              <a:t> </a:t>
            </a:r>
            <a:r>
              <a:rPr lang="fr-BE" sz="2400" b="1" i="0" dirty="0" err="1">
                <a:solidFill>
                  <a:schemeClr val="tx1"/>
                </a:solidFill>
                <a:latin typeface="Garamond" panose="02020404030301010803" pitchFamily="18" charset="0"/>
              </a:rPr>
              <a:t>ospf</a:t>
            </a:r>
            <a:r>
              <a:rPr lang="fr-BE" sz="2400" b="1" i="0" dirty="0">
                <a:solidFill>
                  <a:schemeClr val="tx1"/>
                </a:solidFill>
                <a:latin typeface="Garamond" panose="02020404030301010803" pitchFamily="18" charset="0"/>
              </a:rPr>
              <a:t> </a:t>
            </a:r>
            <a:r>
              <a:rPr lang="fr-BE" sz="2400" b="1" i="0" dirty="0" err="1">
                <a:solidFill>
                  <a:schemeClr val="tx1"/>
                </a:solidFill>
                <a:latin typeface="Garamond" panose="02020404030301010803" pitchFamily="18" charset="0"/>
              </a:rPr>
              <a:t>cost</a:t>
            </a:r>
            <a:r>
              <a:rPr lang="fr-BE" sz="2400" b="1" i="0" dirty="0">
                <a:solidFill>
                  <a:schemeClr val="tx1"/>
                </a:solidFill>
                <a:latin typeface="Garamond" panose="02020404030301010803" pitchFamily="18" charset="0"/>
              </a:rPr>
              <a:t> </a:t>
            </a:r>
            <a:r>
              <a:rPr lang="fr-BE" sz="2400" b="0" i="0" dirty="0">
                <a:solidFill>
                  <a:schemeClr val="tx1"/>
                </a:solidFill>
                <a:latin typeface="Garamond" panose="02020404030301010803" pitchFamily="18" charset="0"/>
              </a:rPr>
              <a:t>produisent toutes deux le même résultat : elles fournissent une valeur précise qu'OSPF utilise pour déterminer la meilleure route.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4814" y="2439259"/>
            <a:ext cx="8544961" cy="35900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418133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E09CEA-399B-4FA4-8C52-28521C3A4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563" y="114863"/>
            <a:ext cx="10515600" cy="750483"/>
          </a:xfrm>
        </p:spPr>
        <p:txBody>
          <a:bodyPr>
            <a:noAutofit/>
          </a:bodyPr>
          <a:lstStyle/>
          <a:p>
            <a:br>
              <a:rPr lang="fr-BE" sz="4000" dirty="0">
                <a:solidFill>
                  <a:srgbClr val="C00000"/>
                </a:solidFill>
                <a:latin typeface="Garamond" panose="02020404030301010803" pitchFamily="18" charset="0"/>
              </a:rPr>
            </a:br>
            <a:br>
              <a:rPr lang="fr-BE" sz="4000" dirty="0">
                <a:solidFill>
                  <a:srgbClr val="C00000"/>
                </a:solidFill>
                <a:latin typeface="Garamond" panose="02020404030301010803" pitchFamily="18" charset="0"/>
              </a:rPr>
            </a:br>
            <a:r>
              <a:rPr lang="fr-BE" sz="4000" dirty="0">
                <a:solidFill>
                  <a:srgbClr val="C00000"/>
                </a:solidFill>
                <a:latin typeface="Garamond" panose="02020404030301010803" pitchFamily="18" charset="0"/>
              </a:rPr>
              <a:t>    </a:t>
            </a:r>
            <a:r>
              <a:rPr lang="fr-FR" sz="4000" b="1" dirty="0">
                <a:solidFill>
                  <a:srgbClr val="C00000"/>
                </a:solidFill>
                <a:latin typeface="Garamond" panose="02020404030301010803" pitchFamily="18" charset="0"/>
              </a:rPr>
              <a:t>Vérification des voisins OSPF</a:t>
            </a:r>
            <a:br>
              <a:rPr lang="fr-BE" sz="4000" dirty="0">
                <a:solidFill>
                  <a:srgbClr val="C00000"/>
                </a:solidFill>
                <a:latin typeface="Garamond" panose="02020404030301010803" pitchFamily="18" charset="0"/>
              </a:rPr>
            </a:br>
            <a:br>
              <a:rPr lang="fr-BE" sz="4000" dirty="0">
                <a:solidFill>
                  <a:srgbClr val="C00000"/>
                </a:solidFill>
                <a:latin typeface="Garamond" panose="02020404030301010803" pitchFamily="18" charset="0"/>
              </a:rPr>
            </a:br>
            <a:endParaRPr lang="fr-FR" sz="4000" dirty="0">
              <a:solidFill>
                <a:srgbClr val="C00000"/>
              </a:solidFill>
              <a:latin typeface="Garamond" panose="02020404030301010803" pitchFamily="18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E64811D-9D04-4201-A46A-DF29DBE0CC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DE1BBAD-DDBB-423B-940E-F198F3FCA223}" type="slidenum">
              <a:rPr lang="fr-FR" smtClean="0"/>
              <a:pPr/>
              <a:t>40</a:t>
            </a:fld>
            <a:endParaRPr lang="fr-FR" dirty="0"/>
          </a:p>
        </p:txBody>
      </p:sp>
      <p:sp>
        <p:nvSpPr>
          <p:cNvPr id="8" name="TextBox 2"/>
          <p:cNvSpPr txBox="1"/>
          <p:nvPr/>
        </p:nvSpPr>
        <p:spPr>
          <a:xfrm>
            <a:off x="728207" y="1160020"/>
            <a:ext cx="7992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None/>
            </a:pPr>
            <a:r>
              <a:rPr lang="fr-BE" sz="2400" b="0" i="0" dirty="0">
                <a:solidFill>
                  <a:schemeClr val="tx1"/>
                </a:solidFill>
                <a:latin typeface="Garamond" panose="02020404030301010803" pitchFamily="18" charset="0"/>
              </a:rPr>
              <a:t>Vérifiez que le routeur a établi une contiguïté avec les routeurs voisins.</a:t>
            </a: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0810" y="1758056"/>
            <a:ext cx="8147353" cy="2579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0474008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E09CEA-399B-4FA4-8C52-28521C3A4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563" y="114863"/>
            <a:ext cx="10515600" cy="750483"/>
          </a:xfrm>
        </p:spPr>
        <p:txBody>
          <a:bodyPr>
            <a:noAutofit/>
          </a:bodyPr>
          <a:lstStyle/>
          <a:p>
            <a:br>
              <a:rPr lang="fr-BE" sz="4000" dirty="0">
                <a:solidFill>
                  <a:srgbClr val="C00000"/>
                </a:solidFill>
                <a:latin typeface="Garamond" panose="02020404030301010803" pitchFamily="18" charset="0"/>
              </a:rPr>
            </a:br>
            <a:br>
              <a:rPr lang="fr-BE" sz="4000" dirty="0">
                <a:solidFill>
                  <a:srgbClr val="C00000"/>
                </a:solidFill>
                <a:latin typeface="Garamond" panose="02020404030301010803" pitchFamily="18" charset="0"/>
              </a:rPr>
            </a:br>
            <a:r>
              <a:rPr lang="fr-BE" sz="4000" dirty="0">
                <a:solidFill>
                  <a:srgbClr val="C00000"/>
                </a:solidFill>
                <a:latin typeface="Garamond" panose="02020404030301010803" pitchFamily="18" charset="0"/>
              </a:rPr>
              <a:t> </a:t>
            </a:r>
            <a:r>
              <a:rPr lang="fr-FR" sz="4000" b="1" dirty="0">
                <a:solidFill>
                  <a:srgbClr val="C00000"/>
                </a:solidFill>
                <a:latin typeface="Garamond" panose="02020404030301010803" pitchFamily="18" charset="0"/>
              </a:rPr>
              <a:t>Vérification des paramètres du protocole OSPF</a:t>
            </a:r>
            <a:br>
              <a:rPr lang="fr-BE" sz="4000" dirty="0">
                <a:solidFill>
                  <a:srgbClr val="C00000"/>
                </a:solidFill>
                <a:latin typeface="Garamond" panose="02020404030301010803" pitchFamily="18" charset="0"/>
              </a:rPr>
            </a:br>
            <a:br>
              <a:rPr lang="fr-BE" sz="4000" dirty="0">
                <a:solidFill>
                  <a:srgbClr val="C00000"/>
                </a:solidFill>
                <a:latin typeface="Garamond" panose="02020404030301010803" pitchFamily="18" charset="0"/>
              </a:rPr>
            </a:br>
            <a:endParaRPr lang="fr-FR" sz="4000" dirty="0">
              <a:solidFill>
                <a:srgbClr val="C00000"/>
              </a:solidFill>
              <a:latin typeface="Garamond" panose="02020404030301010803" pitchFamily="18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E64811D-9D04-4201-A46A-DF29DBE0CC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DE1BBAD-DDBB-423B-940E-F198F3FCA223}" type="slidenum">
              <a:rPr lang="fr-FR" smtClean="0"/>
              <a:pPr/>
              <a:t>41</a:t>
            </a:fld>
            <a:endParaRPr lang="fr-FR" dirty="0"/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49901" y="1185863"/>
            <a:ext cx="7243475" cy="5289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982752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E09CEA-399B-4FA4-8C52-28521C3A4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563" y="114863"/>
            <a:ext cx="10515600" cy="750483"/>
          </a:xfrm>
        </p:spPr>
        <p:txBody>
          <a:bodyPr>
            <a:noAutofit/>
          </a:bodyPr>
          <a:lstStyle/>
          <a:p>
            <a:br>
              <a:rPr lang="fr-BE" sz="4000" dirty="0">
                <a:solidFill>
                  <a:srgbClr val="C00000"/>
                </a:solidFill>
                <a:latin typeface="Garamond" panose="02020404030301010803" pitchFamily="18" charset="0"/>
              </a:rPr>
            </a:br>
            <a:br>
              <a:rPr lang="fr-BE" sz="4000" dirty="0">
                <a:solidFill>
                  <a:srgbClr val="C00000"/>
                </a:solidFill>
                <a:latin typeface="Garamond" panose="02020404030301010803" pitchFamily="18" charset="0"/>
              </a:rPr>
            </a:br>
            <a:r>
              <a:rPr lang="fr-BE" sz="4000" dirty="0">
                <a:solidFill>
                  <a:srgbClr val="C00000"/>
                </a:solidFill>
                <a:latin typeface="Garamond" panose="02020404030301010803" pitchFamily="18" charset="0"/>
              </a:rPr>
              <a:t>   </a:t>
            </a:r>
            <a:r>
              <a:rPr lang="fr-FR" sz="4000" b="1" dirty="0">
                <a:solidFill>
                  <a:srgbClr val="C00000"/>
                </a:solidFill>
                <a:latin typeface="Garamond" panose="02020404030301010803" pitchFamily="18" charset="0"/>
              </a:rPr>
              <a:t>Vérification des paramètres d'interface OSPF</a:t>
            </a:r>
            <a:br>
              <a:rPr lang="fr-BE" sz="4000" dirty="0">
                <a:solidFill>
                  <a:srgbClr val="C00000"/>
                </a:solidFill>
                <a:latin typeface="Garamond" panose="02020404030301010803" pitchFamily="18" charset="0"/>
              </a:rPr>
            </a:br>
            <a:br>
              <a:rPr lang="fr-BE" sz="4000" dirty="0">
                <a:solidFill>
                  <a:srgbClr val="C00000"/>
                </a:solidFill>
                <a:latin typeface="Garamond" panose="02020404030301010803" pitchFamily="18" charset="0"/>
              </a:rPr>
            </a:br>
            <a:endParaRPr lang="fr-FR" sz="4000" dirty="0">
              <a:solidFill>
                <a:srgbClr val="C00000"/>
              </a:solidFill>
              <a:latin typeface="Garamond" panose="02020404030301010803" pitchFamily="18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E64811D-9D04-4201-A46A-DF29DBE0CC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DE1BBAD-DDBB-423B-940E-F198F3FCA223}" type="slidenum">
              <a:rPr lang="fr-FR" smtClean="0"/>
              <a:pPr/>
              <a:t>42</a:t>
            </a:fld>
            <a:endParaRPr lang="fr-FR" dirty="0"/>
          </a:p>
        </p:txBody>
      </p:sp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38321" y="1385887"/>
            <a:ext cx="9719842" cy="36004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3207207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43</a:t>
            </a:fld>
            <a:endParaRPr lang="fr-FR"/>
          </a:p>
        </p:txBody>
      </p:sp>
      <p:sp>
        <p:nvSpPr>
          <p:cNvPr id="3" name="Google Shape;185;ge2bdff7c1c_1_52"/>
          <p:cNvSpPr/>
          <p:nvPr/>
        </p:nvSpPr>
        <p:spPr>
          <a:xfrm>
            <a:off x="0" y="-28242"/>
            <a:ext cx="12192000" cy="6886200"/>
          </a:xfrm>
          <a:prstGeom prst="rect">
            <a:avLst/>
          </a:prstGeom>
          <a:solidFill>
            <a:srgbClr val="9E0000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Google Shape;186;ge2bdff7c1c_1_52" descr="Picture 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flipH="1">
            <a:off x="9359530" y="-28258"/>
            <a:ext cx="2832470" cy="194913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87;ge2bdff7c1c_1_52"/>
          <p:cNvSpPr txBox="1">
            <a:spLocks/>
          </p:cNvSpPr>
          <p:nvPr/>
        </p:nvSpPr>
        <p:spPr>
          <a:xfrm>
            <a:off x="677100" y="1737250"/>
            <a:ext cx="10456800" cy="3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ct val="152777"/>
            </a:pPr>
            <a:endParaRPr lang="en-US" sz="4800" b="1" kern="0" dirty="0">
              <a:solidFill>
                <a:schemeClr val="bg1"/>
              </a:solidFill>
            </a:endParaRPr>
          </a:p>
          <a:p>
            <a:pPr algn="ctr">
              <a:buSzPct val="152777"/>
            </a:pPr>
            <a:endParaRPr lang="en-US" sz="4800" b="1" kern="0" dirty="0">
              <a:solidFill>
                <a:schemeClr val="bg1"/>
              </a:solidFill>
            </a:endParaRPr>
          </a:p>
          <a:p>
            <a:pPr algn="ctr">
              <a:buSzPct val="92243"/>
            </a:pPr>
            <a:r>
              <a:rPr lang="en-US" sz="4800" kern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 </a:t>
            </a:r>
            <a:r>
              <a:rPr lang="en-US" sz="4800" kern="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Chapitre</a:t>
            </a:r>
            <a:r>
              <a:rPr lang="en-US" sz="4800" kern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10</a:t>
            </a:r>
          </a:p>
          <a:p>
            <a:pPr algn="ctr">
              <a:buSzPct val="92243"/>
            </a:pPr>
            <a:endParaRPr lang="en-US" sz="4800" kern="0" dirty="0">
              <a:solidFill>
                <a:schemeClr val="bg1"/>
              </a:solidFill>
            </a:endParaRPr>
          </a:p>
          <a:p>
            <a:pPr algn="ctr">
              <a:buSzPct val="92243"/>
            </a:pPr>
            <a:endParaRPr lang="en-US" sz="4800" b="1" kern="0" dirty="0">
              <a:solidFill>
                <a:schemeClr val="bg1"/>
              </a:solidFill>
            </a:endParaRPr>
          </a:p>
        </p:txBody>
      </p:sp>
      <p:sp>
        <p:nvSpPr>
          <p:cNvPr id="8" name="Google Shape;188;ge2bdff7c1c_1_52"/>
          <p:cNvSpPr txBox="1"/>
          <p:nvPr/>
        </p:nvSpPr>
        <p:spPr>
          <a:xfrm>
            <a:off x="7033525" y="3591725"/>
            <a:ext cx="3958200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1" i="1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056932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 Theme">
    <a:dk1>
      <a:srgbClr val="000000"/>
    </a:dk1>
    <a:lt1>
      <a:srgbClr val="FFFFFF"/>
    </a:lt1>
    <a:dk2>
      <a:srgbClr val="A7A7A7"/>
    </a:dk2>
    <a:lt2>
      <a:srgbClr val="535353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000FF"/>
    </a:hlink>
    <a:folHlink>
      <a:srgbClr val="FF00F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5226</TotalTime>
  <Words>1761</Words>
  <Application>Microsoft Office PowerPoint</Application>
  <PresentationFormat>Grand écran</PresentationFormat>
  <Paragraphs>208</Paragraphs>
  <Slides>43</Slides>
  <Notes>1</Notes>
  <HiddenSlides>0</HiddenSlides>
  <MMClips>0</MMClips>
  <ScaleCrop>false</ScaleCrop>
  <HeadingPairs>
    <vt:vector size="8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43</vt:i4>
      </vt:variant>
    </vt:vector>
  </HeadingPairs>
  <TitlesOfParts>
    <vt:vector size="50" baseType="lpstr">
      <vt:lpstr>Arial</vt:lpstr>
      <vt:lpstr>Calibri</vt:lpstr>
      <vt:lpstr>Garamond</vt:lpstr>
      <vt:lpstr>Times New Roman</vt:lpstr>
      <vt:lpstr>Wingdings</vt:lpstr>
      <vt:lpstr>Office Theme</vt:lpstr>
      <vt:lpstr>Visio</vt:lpstr>
      <vt:lpstr>Chapitre 10 Le protocole de routage dynamique OSPF ‘Open Shortest Path First’ </vt:lpstr>
      <vt:lpstr>Présentation PowerPoint</vt:lpstr>
      <vt:lpstr>Présentation PowerPoint</vt:lpstr>
      <vt:lpstr>Partie 1</vt:lpstr>
      <vt:lpstr>      Fonctions des protocoles de routage dynamique </vt:lpstr>
      <vt:lpstr>           Principe de fonctionnement  </vt:lpstr>
      <vt:lpstr>          Avantages et inconvénients  </vt:lpstr>
      <vt:lpstr>  Classification des protocoles de routage dynamique  </vt:lpstr>
      <vt:lpstr>        Protocoles de routage IGP et EGP  </vt:lpstr>
      <vt:lpstr>    Protocoles de routage à vecteur de distance  </vt:lpstr>
      <vt:lpstr>      Protocoles de routage à état de liens  </vt:lpstr>
      <vt:lpstr>Partie 2</vt:lpstr>
      <vt:lpstr>      Caractéristiques   </vt:lpstr>
      <vt:lpstr>      Routage hiérarchique  </vt:lpstr>
      <vt:lpstr>       OSPF à zone unique et à zones multiples  </vt:lpstr>
      <vt:lpstr>    Composants OSPF : Structures de données  </vt:lpstr>
      <vt:lpstr>       Messages OSPF (1/2)  </vt:lpstr>
      <vt:lpstr>        Messages OSPF (2/2)  </vt:lpstr>
      <vt:lpstr>       Métrique OSPF (coût) (1/2)  </vt:lpstr>
      <vt:lpstr>      Métrique OSPF (coût) (2/2) </vt:lpstr>
      <vt:lpstr>          Algorithme SPF   </vt:lpstr>
      <vt:lpstr>        Fonctionnement (1/5)  </vt:lpstr>
      <vt:lpstr>        Fonctionnement (2/5)  </vt:lpstr>
      <vt:lpstr>       Fonctionnement (3/5)  </vt:lpstr>
      <vt:lpstr>        Fonctionnement (4/5)  </vt:lpstr>
      <vt:lpstr>  Fonctionnement (5/5)  </vt:lpstr>
      <vt:lpstr>       Paquet Hello (1/2)  </vt:lpstr>
      <vt:lpstr>       Paquet Hello (2/2)  </vt:lpstr>
      <vt:lpstr>       ID du routeur  </vt:lpstr>
      <vt:lpstr>Partie 3</vt:lpstr>
      <vt:lpstr>        Activation du protocole   </vt:lpstr>
      <vt:lpstr>        ID du routeur   </vt:lpstr>
      <vt:lpstr>       Commande : network   </vt:lpstr>
      <vt:lpstr>        Masque générique  </vt:lpstr>
      <vt:lpstr>        Commande : passive-interface  </vt:lpstr>
      <vt:lpstr>    Réglage de la bande passante de référence  </vt:lpstr>
      <vt:lpstr>      Bande passante par défaut des interfaces  </vt:lpstr>
      <vt:lpstr>     Réglage de la bande passante des interfaces  </vt:lpstr>
      <vt:lpstr>      Réglage manuel du coût OSPF  </vt:lpstr>
      <vt:lpstr>      Vérification des voisins OSPF  </vt:lpstr>
      <vt:lpstr>   Vérification des paramètres du protocole OSPF  </vt:lpstr>
      <vt:lpstr>     Vérification des paramètres d'interface OSPF  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Fatma</dc:creator>
  <cp:lastModifiedBy>sonia moussa</cp:lastModifiedBy>
  <cp:revision>226</cp:revision>
  <dcterms:created xsi:type="dcterms:W3CDTF">2021-01-16T09:29:30Z</dcterms:created>
  <dcterms:modified xsi:type="dcterms:W3CDTF">2025-11-16T17:52:46Z</dcterms:modified>
</cp:coreProperties>
</file>